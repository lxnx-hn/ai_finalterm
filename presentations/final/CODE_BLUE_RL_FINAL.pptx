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266fa50b44119" /><Relationship Type="http://schemas.openxmlformats.org/officeDocument/2006/relationships/extended-properties" Target="/docProps/app.xml" Id="R726211cd9be745d8" /><Relationship Type="http://schemas.openxmlformats.org/officeDocument/2006/relationships/officeDocument" Target="/ppt/presentation.xml" Id="R3bdce2e4260046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c0d91e509e4424"/>
  </p:sldMasterIdLst>
  <p:notesMasterIdLst>
    <p:notesMasterId xmlns:r="http://schemas.openxmlformats.org/officeDocument/2006/relationships" r:id="Rec1082f9c5c34b51"/>
  </p:notesMasterIdLst>
  <p:sldIdLst>
    <p:sldId xmlns:r="http://schemas.openxmlformats.org/officeDocument/2006/relationships" id="256" r:id="Rf189e69086c64f5b"/>
    <p:sldId xmlns:r="http://schemas.openxmlformats.org/officeDocument/2006/relationships" id="257" r:id="R2c1ac58697334e64"/>
    <p:sldId xmlns:r="http://schemas.openxmlformats.org/officeDocument/2006/relationships" id="258" r:id="Raa34b9c001dd4a8c"/>
    <p:sldId xmlns:r="http://schemas.openxmlformats.org/officeDocument/2006/relationships" id="259" r:id="Rd69d6f25da114037"/>
    <p:sldId xmlns:r="http://schemas.openxmlformats.org/officeDocument/2006/relationships" id="260" r:id="Racf4a8f0e1f24189"/>
    <p:sldId xmlns:r="http://schemas.openxmlformats.org/officeDocument/2006/relationships" id="261" r:id="Rf1dab6f672c749f4"/>
    <p:sldId xmlns:r="http://schemas.openxmlformats.org/officeDocument/2006/relationships" id="262" r:id="R92703d91fdf04b8c"/>
    <p:sldId xmlns:r="http://schemas.openxmlformats.org/officeDocument/2006/relationships" id="263" r:id="Re361f49a40e24fba"/>
    <p:sldId xmlns:r="http://schemas.openxmlformats.org/officeDocument/2006/relationships" id="264" r:id="R733c5b9deb2e428a"/>
    <p:sldId xmlns:r="http://schemas.openxmlformats.org/officeDocument/2006/relationships" id="265" r:id="R21258a8d1e284838"/>
    <p:sldId xmlns:r="http://schemas.openxmlformats.org/officeDocument/2006/relationships" id="266" r:id="R31c1f4b13bd24f6a"/>
    <p:sldId xmlns:r="http://schemas.openxmlformats.org/officeDocument/2006/relationships" id="267" r:id="Rabb24a02e01b4924"/>
    <p:sldId xmlns:r="http://schemas.openxmlformats.org/officeDocument/2006/relationships" id="268" r:id="R6438301ec6e54ab6"/>
    <p:sldId xmlns:r="http://schemas.openxmlformats.org/officeDocument/2006/relationships" id="269" r:id="R373009efa12949b7"/>
    <p:sldId xmlns:r="http://schemas.openxmlformats.org/officeDocument/2006/relationships" id="270" r:id="Rc656a56cd7de4dd8"/>
    <p:sldId xmlns:r="http://schemas.openxmlformats.org/officeDocument/2006/relationships" id="271" r:id="R6a894bbddc0a4337"/>
    <p:sldId xmlns:r="http://schemas.openxmlformats.org/officeDocument/2006/relationships" id="272" r:id="Ra38a0b757ad9429b"/>
    <p:sldId xmlns:r="http://schemas.openxmlformats.org/officeDocument/2006/relationships" id="273" r:id="Re20af0b90dc94a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8a80793dea4522" /><Relationship Type="http://schemas.openxmlformats.org/officeDocument/2006/relationships/slideMaster" Target="/ppt/slideMasters/slideMaster1.xml" Id="Rfac0d91e509e4424" /><Relationship Type="http://schemas.openxmlformats.org/officeDocument/2006/relationships/notesMaster" Target="/ppt/notesMasters/notesMaster1.xml" Id="Rec1082f9c5c34b51" /><Relationship Type="http://schemas.openxmlformats.org/officeDocument/2006/relationships/presProps" Target="/ppt/presProps.xml" Id="R1c642f01c7db4f6a" /><Relationship Type="http://schemas.openxmlformats.org/officeDocument/2006/relationships/viewProps" Target="/ppt/viewProps.xml" Id="R229640e98ff2498e" /><Relationship Type="http://schemas.openxmlformats.org/officeDocument/2006/relationships/tableStyles" Target="/ppt/tableStyles.xml" Id="R1986b8a3fc13480a" /><Relationship Type="http://schemas.openxmlformats.org/officeDocument/2006/relationships/slide" Target="/ppt/slides/slide1.xml" Id="Rf189e69086c64f5b" /><Relationship Type="http://schemas.openxmlformats.org/officeDocument/2006/relationships/slide" Target="/ppt/slides/slide2.xml" Id="R2c1ac58697334e64" /><Relationship Type="http://schemas.openxmlformats.org/officeDocument/2006/relationships/slide" Target="/ppt/slides/slide3.xml" Id="Raa34b9c001dd4a8c" /><Relationship Type="http://schemas.openxmlformats.org/officeDocument/2006/relationships/slide" Target="/ppt/slides/slide4.xml" Id="Rd69d6f25da114037" /><Relationship Type="http://schemas.openxmlformats.org/officeDocument/2006/relationships/slide" Target="/ppt/slides/slide5.xml" Id="Racf4a8f0e1f24189" /><Relationship Type="http://schemas.openxmlformats.org/officeDocument/2006/relationships/slide" Target="/ppt/slides/slide6.xml" Id="Rf1dab6f672c749f4" /><Relationship Type="http://schemas.openxmlformats.org/officeDocument/2006/relationships/slide" Target="/ppt/slides/slide7.xml" Id="R92703d91fdf04b8c" /><Relationship Type="http://schemas.openxmlformats.org/officeDocument/2006/relationships/slide" Target="/ppt/slides/slide8.xml" Id="Re361f49a40e24fba" /><Relationship Type="http://schemas.openxmlformats.org/officeDocument/2006/relationships/slide" Target="/ppt/slides/slide9.xml" Id="R733c5b9deb2e428a" /><Relationship Type="http://schemas.openxmlformats.org/officeDocument/2006/relationships/slide" Target="/ppt/slides/slide10.xml" Id="R21258a8d1e284838" /><Relationship Type="http://schemas.openxmlformats.org/officeDocument/2006/relationships/slide" Target="/ppt/slides/slide11.xml" Id="R31c1f4b13bd24f6a" /><Relationship Type="http://schemas.openxmlformats.org/officeDocument/2006/relationships/slide" Target="/ppt/slides/slide12.xml" Id="Rabb24a02e01b4924" /><Relationship Type="http://schemas.openxmlformats.org/officeDocument/2006/relationships/slide" Target="/ppt/slides/slide13.xml" Id="R6438301ec6e54ab6" /><Relationship Type="http://schemas.openxmlformats.org/officeDocument/2006/relationships/slide" Target="/ppt/slides/slide14.xml" Id="R373009efa12949b7" /><Relationship Type="http://schemas.openxmlformats.org/officeDocument/2006/relationships/slide" Target="/ppt/slides/slide15.xml" Id="Rc656a56cd7de4dd8" /><Relationship Type="http://schemas.openxmlformats.org/officeDocument/2006/relationships/slide" Target="/ppt/slides/slide16.xml" Id="R6a894bbddc0a4337" /><Relationship Type="http://schemas.openxmlformats.org/officeDocument/2006/relationships/slide" Target="/ppt/slides/slide17.xml" Id="Ra38a0b757ad9429b" /><Relationship Type="http://schemas.openxmlformats.org/officeDocument/2006/relationships/slide" Target="/ppt/slides/slide18.xml" Id="Re20af0b90dc94a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051f8b1f4f4b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99d5cb9c724adb" /><Relationship Type="http://schemas.openxmlformats.org/officeDocument/2006/relationships/notesMaster" Target="/ppt/notesMasters/notesMaster1.xml" Id="R5b3a1e2c9c9645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1905367e6e4d3a" /><Relationship Type="http://schemas.openxmlformats.org/officeDocument/2006/relationships/notesMaster" Target="/ppt/notesMasters/notesMaster1.xml" Id="R65bc5c4544ac4a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57f7cc0c944b26" /><Relationship Type="http://schemas.openxmlformats.org/officeDocument/2006/relationships/notesMaster" Target="/ppt/notesMasters/notesMaster1.xml" Id="R54d53647f60d4d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ffae5d78944aea" /><Relationship Type="http://schemas.openxmlformats.org/officeDocument/2006/relationships/notesMaster" Target="/ppt/notesMasters/notesMaster1.xml" Id="Rf90f7434b3c442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8b92a81bdd4596" /><Relationship Type="http://schemas.openxmlformats.org/officeDocument/2006/relationships/notesMaster" Target="/ppt/notesMasters/notesMaster1.xml" Id="R1689498f70f64b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3b7da862e145e9" /><Relationship Type="http://schemas.openxmlformats.org/officeDocument/2006/relationships/notesMaster" Target="/ppt/notesMasters/notesMaster1.xml" Id="R1995a20d94904f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66e92976a542e8" /><Relationship Type="http://schemas.openxmlformats.org/officeDocument/2006/relationships/notesMaster" Target="/ppt/notesMasters/notesMaster1.xml" Id="Rb1ec13d4fba343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94a3548b0448fc" /><Relationship Type="http://schemas.openxmlformats.org/officeDocument/2006/relationships/notesMaster" Target="/ppt/notesMasters/notesMaster1.xml" Id="R17dcdb525ac841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59723ae7274887" /><Relationship Type="http://schemas.openxmlformats.org/officeDocument/2006/relationships/notesMaster" Target="/ppt/notesMasters/notesMaster1.xml" Id="R481fb50870454b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cd1a4b45884f0b" /><Relationship Type="http://schemas.openxmlformats.org/officeDocument/2006/relationships/notesMaster" Target="/ppt/notesMasters/notesMaster1.xml" Id="R44f7f47b12064d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7788ebcd2f460d" /><Relationship Type="http://schemas.openxmlformats.org/officeDocument/2006/relationships/notesMaster" Target="/ppt/notesMasters/notesMaster1.xml" Id="R44fb8706c2544b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7ad23054ab4f27" /><Relationship Type="http://schemas.openxmlformats.org/officeDocument/2006/relationships/notesMaster" Target="/ppt/notesMasters/notesMaster1.xml" Id="R3b6a2f0f5a8a4e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86670e975e41d4" /><Relationship Type="http://schemas.openxmlformats.org/officeDocument/2006/relationships/notesMaster" Target="/ppt/notesMasters/notesMaster1.xml" Id="R981c85ea5a5149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6b2360321bd4d48" /><Relationship Type="http://schemas.openxmlformats.org/officeDocument/2006/relationships/notesMaster" Target="/ppt/notesMasters/notesMaster1.xml" Id="R524a77ea682448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d434573b6f1411b" /><Relationship Type="http://schemas.openxmlformats.org/officeDocument/2006/relationships/notesMaster" Target="/ppt/notesMasters/notesMaster1.xml" Id="R69e08a259e2a47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6590a75e5449d0" /><Relationship Type="http://schemas.openxmlformats.org/officeDocument/2006/relationships/notesMaster" Target="/ppt/notesMasters/notesMaster1.xml" Id="Re5c0414d951f43d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d45d4a22b2e49c5" /><Relationship Type="http://schemas.openxmlformats.org/officeDocument/2006/relationships/notesMaster" Target="/ppt/notesMasters/notesMaster1.xml" Id="R58f711cbcb5a49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e0055ec529046c8" /><Relationship Type="http://schemas.openxmlformats.org/officeDocument/2006/relationships/notesMaster" Target="/ppt/notesMasters/notesMaster1.xml" Id="Rc73b9f83b97043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0bbf29a3b148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f7224c88254c52" /><Relationship Type="http://schemas.openxmlformats.org/officeDocument/2006/relationships/slideLayout" Target="/ppt/slideLayouts/slideLayout1.xml" Id="R169f5e59245f4f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9f5e59245f4f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87858963d442f" /><Relationship Type="http://schemas.openxmlformats.org/officeDocument/2006/relationships/notesSlide" Target="/ppt/notesSlides/notesSlide1.xml" Id="R22146148a16a49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dfa8e5fb14116" /><Relationship Type="http://schemas.openxmlformats.org/officeDocument/2006/relationships/notesSlide" Target="/ppt/notesSlides/notesSlide2.xml" Id="R80332405406943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6ff23bc7c4a0e" /><Relationship Type="http://schemas.openxmlformats.org/officeDocument/2006/relationships/notesSlide" Target="/ppt/notesSlides/notesSlide3.xml" Id="Rdbad6f32e2e543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efa8be59048c5" /><Relationship Type="http://schemas.openxmlformats.org/officeDocument/2006/relationships/notesSlide" Target="/ppt/notesSlides/notesSlide4.xml" Id="Rf0106f8e38ef4f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ef13dcdb54f93" /><Relationship Type="http://schemas.openxmlformats.org/officeDocument/2006/relationships/notesSlide" Target="/ppt/notesSlides/notesSlide5.xml" Id="R8ffa3a5d789e46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15265bb294e82" /><Relationship Type="http://schemas.openxmlformats.org/officeDocument/2006/relationships/notesSlide" Target="/ppt/notesSlides/notesSlide6.xml" Id="R2f364785407543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4d5e833114ee9" /><Relationship Type="http://schemas.openxmlformats.org/officeDocument/2006/relationships/notesSlide" Target="/ppt/notesSlides/notesSlide7.xml" Id="R4f23712386194a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4c380e3784997" /><Relationship Type="http://schemas.openxmlformats.org/officeDocument/2006/relationships/notesSlide" Target="/ppt/notesSlides/notesSlide8.xml" Id="Rf5ce4feb89ca48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5edd44a0a42cb" /><Relationship Type="http://schemas.openxmlformats.org/officeDocument/2006/relationships/notesSlide" Target="/ppt/notesSlides/notesSlide9.xml" Id="R5ebeca1e4bbd4e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2c338b6144435" /><Relationship Type="http://schemas.openxmlformats.org/officeDocument/2006/relationships/notesSlide" Target="/ppt/notesSlides/notesSlide10.xml" Id="R08bae213eb7548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04e13ffa04eb4" /><Relationship Type="http://schemas.openxmlformats.org/officeDocument/2006/relationships/notesSlide" Target="/ppt/notesSlides/notesSlide11.xml" Id="Rf18ea3a91aad43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bf9fbfe2143df" /><Relationship Type="http://schemas.openxmlformats.org/officeDocument/2006/relationships/notesSlide" Target="/ppt/notesSlides/notesSlide12.xml" Id="R4b4ef22ed68c44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65103688547e3" /><Relationship Type="http://schemas.openxmlformats.org/officeDocument/2006/relationships/notesSlide" Target="/ppt/notesSlides/notesSlide13.xml" Id="R103cf189b6254d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28d0f8aca489a" /><Relationship Type="http://schemas.openxmlformats.org/officeDocument/2006/relationships/notesSlide" Target="/ppt/notesSlides/notesSlide14.xml" Id="R5811de8f926e4f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a15e45a8b42e7" /><Relationship Type="http://schemas.openxmlformats.org/officeDocument/2006/relationships/notesSlide" Target="/ppt/notesSlides/notesSlide15.xml" Id="R1d95ce23231b4a0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eac813ba64428" /><Relationship Type="http://schemas.openxmlformats.org/officeDocument/2006/relationships/notesSlide" Target="/ppt/notesSlides/notesSlide16.xml" Id="R39e6e8b1a51c49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abf66704a4d42" /><Relationship Type="http://schemas.openxmlformats.org/officeDocument/2006/relationships/notesSlide" Target="/ppt/notesSlides/notesSlide17.xml" Id="R4a37e97c5b0f4d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58c52afb54506" /><Relationship Type="http://schemas.openxmlformats.org/officeDocument/2006/relationships/notesSlide" Target="/ppt/notesSlides/notesSlide18.xml" Id="R0cef5b7ef1b647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B9307-4613-48BC-A95F-A19250FB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F3FEA-ADE9-4618-BEB2-60997F89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0214C-BCDC-42BA-B774-CBA344AE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제목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59331-9C6E-4A33-A684-C0F4795D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CODE BLUE 보스전 PPO 1M 클리어 결과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D456E-92F9-4F54-8971-2FEF6943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6641C-9268-491F-BD22-A9140DC4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B9C10F-89C3-4145-A43C-BBDEBE45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47948-D5DC-485E-8BD7-8F9C008D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6B06B9-78AC-4207-9CF5-688BF941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240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8931D-7CF6-4539-9BF2-8FB9A802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7640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ECAC49-E089-46D0-9BAA-CAE866DB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83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CD707-836B-4F73-BFF9-BB09E4B3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CD724-F08A-46FB-AB1B-6729FC77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97.3%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1D5A-BD38-42D5-A2B2-F4FFB3CD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5BCD3-8052-487F-9080-B5767CFE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F4274B-A82B-486D-A393-773DECA3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764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5C77C9-B26E-4DEE-8228-432854BD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383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leak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B70BC-7775-4D66-B6BD-A0BB6F90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22E4C-B7F9-4BE5-A13E-36C771E5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run-id BossPPO_TargetGate_MarkATKObs_SweepHistory_1M_c84b1a4_v1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61E1BA-B344-468F-BF3F-B69FC840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850698-35D4-4E6D-B18A-49CE7185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long-run 기준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C97ABB-4C43-4536-A033-1939B595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E2C260-591A-47D5-8397-DAE51F48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D34BAF-5DF1-43B6-8D94-460F4DED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3B24F1-C9E3-4BD6-887E-156556F2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 [5,2]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0C9709-990C-44A7-968A-47C9F60C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14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769934-F85B-434A-82EF-5AE80325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무결성 leak 0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55029-C102-4629-9047-C55D0C49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EB5040-B18E-4CD8-AE53-85C012BD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102471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AE5F4-66FE-4FD7-9324-9E84817A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ABC16-D5E7-4705-BA9D-52D8B813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E1601-AE1F-4022-A758-5C456E2B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03967-06F0-4C32-997B-008F6DD3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격자 기반 보스전을 사람 입력 조건으로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8F292-89D5-4719-9132-F46AA0E9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A7015-F45A-41C2-BC62-2B7C42CF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0288C4-BB87-481C-B028-14F69CD2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게임명 CODE 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C1731-31DB-43F2-861D-5B2C359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E2E66-8D93-436A-AFE6-AA145050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2D 격자 기반 액션 보스전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FABA5-CB3B-41BC-9BB2-67657198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5FF5CB-56DA-4D71-AFFB-7DCA1102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경고 타일 회피 후 공격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DA577-1CFF-42B9-8E09-D72B3BAB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E50B8-DB81-4BFE-BA34-9D5E5FE8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 none up down left right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BD316-C4D9-4758-A9E1-67CA0E2E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09634-70F3-4E4B-8A82-19F4AB87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no attack attack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0E995-8D72-4157-9A7F-D8EB5BBE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F4CDC0-CE19-46BC-A7B1-16413B17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목표 보스 HP 60 감소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D9479-65CF-4641-ABC6-7A02014B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553202-6542-47D3-9DD0-D3D90A37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25441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16AC2A-C1D6-465C-ADAF-5C863EAA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DFC11-F7F3-4E40-8B96-C7A29545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F4805-B7C0-45A4-9807-116DEA07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23791-35B8-4D3C-AB14-2CD34D9A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HP 기반 페이즈가 학습 난도를 만든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4E634-5FFC-4A7D-843F-1D9C3B01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F35A3-C422-47B7-9A5F-3D851DB7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BFBDF-BB74-4EA8-AF29-BCA8E16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1B985-176D-4464-8637-419B6D29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6776C-6B4A-40EB-812C-CA76FA22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2 HP 42 이하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11FAF-708C-44F6-8B57-833E8AF5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7EE82-EAEC-4EF0-8F28-7ABAFFAC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3 HP 24 이하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3E5968-F413-49E8-8A44-9F464FD8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662D04-836D-42CE-AF37-86F0983E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HP 6 이하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84CFDF-E33C-4E3A-B8AE-162F2F1B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B18BE-77F0-461E-9A0D-E0AA4D9A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인접 시 방향 회전 후 경고 타일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874C3-8CA2-4BC8-82EC-95D6E4A9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576680-0A87-4D15-B153-38A614AF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회피 후 공격권 회복 필요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82CBD-4B66-442A-9570-43370F1A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173A4-2076-4CAD-B977-CAF5DEC4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565232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02E7F3-CEBC-45D5-9ED7-02919368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F53C7-33F9-4603-AF52-AED55359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1E563-1C2A-4DE8-9452-70E439EA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패턴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97100-946A-4FD5-98A2-1C3752A7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후반 패턴은 관측과 타격 타이밍을 동시에 요구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D8033-EED5-4FA3-829E-82E57C12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440DF-4FF2-43D9-B0AE-A9AC69D1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9F2A81-FDB8-4A93-92EC-1F0932E8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X자 패턴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9BBF3-5BB6-4025-B679-28F631A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322FE-C12D-4ABF-864E-A1F8D3DA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NZ 및 역순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BFD94-0C7C-43F8-9FD9-67A18B44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8E810-23DD-4E43-BA5B-374B976B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사각형 2칸 돌진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C80BE-27BD-431A-B2EE-650B87ED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08A8D-253D-4D7B-B597-C609E29F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십자 돌진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FF8CD-27E0-41C5-BC96-D813A377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100DFB-946A-49E2-9244-713DE010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2페이즈 시계방향 4줄 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310FD8-3D26-4E93-972C-7EF50FDF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1F435-C320-4C4E-8AAB-AB6B2CF1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3페이즈 MarkATK 표식 돌진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74E966-A8F2-44FD-8493-0A677678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78FD03-3657-46C9-9C31-951AD30A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찍고 돌진 4회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53712-61CD-450A-B7F4-D94D3315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BD2A32-CC66-44CE-9687-42DC322D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115432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6F2A1-0042-4ACD-94F2-2AD612A8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C7CF7-1C62-4A21-9B0C-4CA7A2F0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7E93EF-D9A0-4C72-B0D4-C8064124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MDP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A7C6B-400F-49A3-B254-841BF3E8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위치와 위험 타일이 다음 의사결정을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9CB21-BB46-403B-8B82-4C94E1E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2D35E-5159-4008-AE8A-DCDCFC64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AB6E3-9FD8-40FF-98AD-BF5B65F3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D381F-3995-415C-8D68-C46803EE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플레이어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F611C-37FF-4247-A540-D0834E15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93B52-6D58-4A41-9C57-6AFE371B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위치 및 방향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F8D60-1272-41BD-AD49-8A02FAB4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13F14-CFA5-47F4-AF5B-A5C98ECD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warning damage tile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0FE4E-06F3-44C8-9E57-36D57ADE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34A87-F175-4C39-BF41-68367598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visible cue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DFB92-D499-4044-8E0A-AFF70B62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00419-BED4-45C4-A280-3166AE39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sweep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2251D-8DC3-4BEC-80BB-92B5C7CC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Action Reward Termination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0A6C7-01D0-4519-A477-847551D0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117F0-085B-4596-BF13-DF5FFA7B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move [5]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5D597-96F9-4D22-95D6-3E8C44E6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06C150-BE3E-485D-9E49-D5F7878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 [2]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7656DE-486A-455C-9CC4-5C8BC944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C88DAF-DD63-4EF2-A582-19AA47E1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HP 감소 및 처치 보상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1E432E-0FBD-4FD3-AEEA-EA262DE9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98E710-A327-44F4-BCC6-3E269777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사망 위험 패널티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9A5B67-B050-4071-976C-885E0B4A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1B12C0-839F-4971-828A-E0BDC6FA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boss_dead player_dead timeout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3CDE27-150C-424D-BE95-455D8BD7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F2D153-BC2B-4FF4-ACE6-B4DB0CA2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092460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1A86FB-D602-428E-B543-6C9E4F9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5F412-290B-48BF-A4D8-04CA1BDF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A1315-45BD-4246-8556-3739379E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079F1-B092-4BB9-9679-BD037E99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193차원 기본 관측을 438차원 visible cue로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EC484-AE21-47FF-8142-D6FEC927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B048F-C75E-416B-BF46-47D63F54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7FC1F-9605-4387-9937-B816EE62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기본 observation 193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32BCD-5B6E-41BE-AD40-934B6EC1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BCB7D-285B-4400-BF05-088633AC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real visible mask 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71B16-5F4E-4E79-8701-65C4FCB6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2BDD7B-E6B3-4AAC-98E5-78166676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fake visible mask 추가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67250-5754-433D-B0C4-7BD8BDA8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1EE58-FBB8-4289-9C63-816374EC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sweep history 추가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5F6957-CC15-4E23-A584-F16D5D4D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50407-72FF-4FD3-A937-11115344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observation size 438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87941B-B3F5-4D74-91BF-81ECB69B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0714EE-CD15-48C2-9EEF-84E5F4BD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내부 next_band와 sweep index 직접 노출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C1AFFD-FD9C-4B56-ABC4-73293E92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561949-41C2-422C-9943-D48D2380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17203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F91CFA-22EB-44DC-BE3C-F9D897D7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CF063-47B4-40D8-870C-F8D4A3E6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F6D6A-EB3A-469D-9419-BFFFC022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B65C6-FC0F-4259-B5E5-93C66645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조작에 가까운 [5,2] 분기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B2A6D-8FA0-4DA3-B69B-F0BECFCF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9839B-196E-4C8B-848F-1F915B4F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731AC-3594-44F6-BA21-E634E87F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0 move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7142A-E0C8-47A3-A7C6-41D4C5B8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458EA-B5CF-4600-8CC6-20FF980F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none up down left right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DF497-4457-4924-A8AC-8A5C5C4D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BED319-4F2D-417E-B002-27B227C6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1 attack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27175-D614-4D65-88C7-67251403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C83568-3477-4FDA-9CFA-85F90441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 attack attack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B8116-376A-4FFE-BF3E-57A1E4C4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EB01C-C81E-4FF6-9AC1-8E69523F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이동과 공격을 같은 decision에서 표현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452BB-49F4-4065-A2AD-212D0D88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99CC4-D5AF-407B-B190-7D46C881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불가능 이동과 비정상 공격은 mask로 차단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F47875-1B1F-4534-89A4-B8ED06CD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64DB2-38C5-419F-9B8B-D10239AC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74210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45D1A2-F247-495D-8B4C-5024A821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9B390-EE0F-425C-8D93-F33D19AF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9EAB6-92A6-4A52-A41A-6C33B5B5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86086-7480-42D0-856A-67BF820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보상 제거 후 실제 적중 중심으로 정리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FCD20-6504-4483-8575-CED7BAC9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009BE-B007-4BD5-AD22-62D4BFDF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074CC-E547-4BED-9DD9-A0D67F2D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자체 보상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A7AFD-2254-4466-A675-46A4CFD1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C1820B-587C-4B38-8956-0BBE4869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감소 보상 +0.10 per HP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C08952-0B2B-4D5D-96A3-528F471B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1A41D-BEC2-4C57-BD1E-635F8D1E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hit 보상 +0.08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98199-C93F-4F1D-AA1A-38FC467C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184D6-6DB5-4C83-803B-250B2F5E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boss_dead 보상 +5.0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B4EC6C-ADB7-4870-B4A2-5803AFB4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AC6DD-7779-4DBE-BB82-2AC4CE7A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패널티 -2.0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DB409-0C80-458C-A9F7-398B765D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E0AC9E-0CAE-40AE-AE74-773CC9B2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player_dead 패널티 -8.0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4FA011-C1FE-4011-B23F-F32F98C7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5A168A-D3F1-4779-B39E-5C268FE5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 미적용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926582-988D-4917-B431-02AD5771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7D006-DB4B-45DE-A926-8E464A4D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9142025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6CFB2F-0DAB-4B6F-8973-6BEC784B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0F57F-EF52-46E6-89E4-A5C79694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06B4C-9CE8-449E-9F09-E1DD71DC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PPO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4BF21-1BB9-4DA9-B4AE-81B3C644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PPO와 action masking으로 순차 전투 정책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63427-970F-4C8B-9C95-0F92B8FF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88F79-1364-4C6D-94DD-E2C8CA94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66ABB-2F77-4F2A-9A19-C666A14A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ML-Agents 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D791C-7F4B-4A07-BAB3-23944209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52F00-34A3-4F22-8CF3-B8065D4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policy gradient 기반 안정적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5F685-F269-4911-85F4-3B3B474C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74CCD-1D9D-4762-BDBA-C9B458D9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discrete action 학습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3E6B5F-CCD0-4AEF-9549-95AC37D9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D87B2-3AB2-4F35-98B8-F88A2F83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target 공격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CD6C4-8993-4D1C-85F0-3955B8BB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43DCC-5122-4DE3-B8AE-E683238C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off-lane stale target 공격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D647CB-2FBE-443F-A0D1-4FDF24F0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6DE146-E719-4D3B-8900-920533A4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중심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A038E3-DA67-4126-9C56-B013F2CE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A5607-04F3-4BA6-A038-659B580E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710227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F41C26-173E-43CB-8A45-FA3D76E3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16514-32C8-4ED7-AE99-A44E2058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228C7-C794-4696-A654-D9195947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단기 PPO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29752-A2B3-463D-BA92-2D19F4FA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50K에서는 생존 중심 local optimum 발생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CB3F7-B616-4B2A-9C81-B4A8FE5D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3A634-D308-450C-8CC3-9E2088C7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52006-2579-49ED-AC27-F98342E4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클리어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09C8B-BE34-48F6-B7AB-75244A09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2D807-34CE-4194-B585-F526C7E2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boss_damage 낮음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4456CD-3E8D-418D-B11A-73825618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49D70-BF2B-41E5-BD35-B8BC11D8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in_range 약 10퍼센트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E0BE36-9365-4286-9F84-75E9D086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77EB1-8F6D-4399-852B-0A5BD42B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8B1A09-DFC3-4141-A228-1ECB50D2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26B3AA-07AB-4F1C-B266-65DF788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및 사망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3C827-B731-4FB1-A752-5E64E3ED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AF7008-47A9-4CE6-B924-21E1FA1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불가능 결론 아님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54F2A-6040-4453-94CB-44CCC50D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C9E6A8-BE0B-46D4-A339-55654A5D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527330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2B0E2A-FF1A-440F-80CC-91F81BBA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C88EB-2535-42AE-8211-51025359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03623-C202-4F79-8448-D5166FC8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1M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1B539-80A6-4399-B232-D27A80F1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최근 100 episode 80퍼센트 클리어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FAA39-1745-4CA2-BD93-FDE18C8C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D6791-456C-45A7-963A-594EEE7D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CF9BD-6776-416C-ACE6-9B1DD827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AAB8C-BBDA-4B8E-B6F3-3533CE2B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01E8A-1B1C-403F-AD00-F5BF24FC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8E0FD-7420-4CFA-A474-008AD6A4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22.3%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0E46B-9574-4A91-B26C-27A4FC6E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전체 클리어율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3FEA5-8673-48E2-A82B-9DB98023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2400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7CE7A-D43B-41AE-82A7-F57AEA2D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764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4EF51-2FAE-42B9-A5B0-3BF4C149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3835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클리어율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DB51AE-A092-4FFC-9F8C-94A343CF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BE50F-EC6A-46F5-BA60-80AF1574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7640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40.8 / 59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7BCC1A-4480-4FA3-B979-D708B15C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3835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boss_damage avg max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D4FB57-2E12-4148-8F98-8A6C9ACC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568F43-A5B1-48E4-85D8-F3E1A6ED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E704D5-431E-4459-BD5A-B0EEC8BC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70713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7A55"/>
          </a:solidFill>
          <a:ln xmlns:a="http://schemas.openxmlformats.org/drawingml/2006/main" w="0">
            <a:solidFill>
              <a:srgbClr val="317A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55FDCE-07B6-469B-BB01-42D7132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in_range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0EFC89-803B-4050-A242-3876156A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ABDD15-33B6-4FFE-AA3A-10A76764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15B940-73DE-4A56-9B71-6B230148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감소 기준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BCF974-FB7B-4B60-9A21-CD75CB78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79FD4-75A3-4512-B8E8-B5474F2C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20887E-86D3-4599-A106-47D4D905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522E0B-0140-4343-8CC3-A6CE70F1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평균 클리어 시간 70.0초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01D84A-94B3-43C0-BBF4-B8925530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D265D9-10B5-4690-81E0-2D486378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576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최속 클리어 시간 42.6초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BCE1B9-3F8E-4E03-8E2D-EE761DBD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05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CA45C9-6249-49B3-B2B8-EC27D94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95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observed 15,309회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F398D0-F558-41F1-AFCC-1E6EB39B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67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55DE43-9AC3-44F6-894C-96A71F4E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815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D027FE-9ED7-4FA5-8885-B7553316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29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51E88C-A8AF-484E-93C9-5AA1449E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434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EB4A2E-93F5-45C3-8373-3867129D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DF2454-623C-46D7-B0CF-6D42B9E7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5482414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0FC6F1-A09E-4083-886E-9DD39ECE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56F0A-1146-4618-B3FB-6742F257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0AA53-4782-4F61-8F6C-626862D8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LTS vs main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CC1FD-194E-4073-BDEA-1FD569D5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LTS는 속도 중심 main은 사람 조건 충실도 중심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E745E-C080-46AD-AFAD-F39F7F77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A5FCF-A55E-49D8-9B02-046F2105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4F4B2-0775-417D-A4EF-EBE8465F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34447-6DB4-4EA1-A289-5FD5A3CC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03716-55BC-447F-B5DA-67F94B32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57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CE0D0-60EA-44C4-A217-24F396CC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81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5AC6B-435F-4415-B537-0C86701E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57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758A3-A4F3-48AF-982F-51422215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0BD0B-15EF-43C4-AE03-52CEA359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CCEAE-23F5-4531-89B9-F4AA3CBC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57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C028EA-08F1-4E9B-B156-0C68A5ED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33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[6]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B9E57-6170-4084-AA8D-5AAAA92B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8A8051-86FE-43DF-94C1-2F76E868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33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[5,2]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3443E3-B9E9-4135-BF37-A0628269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5E2A02-DE2E-40A7-B4D7-7AF507F8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05EA7-8FD4-4581-BCB8-8788AFB7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7B6EB0-7942-4011-BCDB-255CF640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2E790-881F-43A1-A99C-985D4A30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7E1E58-9FB8-4246-B628-18151E35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FA941-DA31-4AD2-9A0E-BB809EB6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51AA42-932D-43E6-AA1F-74989788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6B7F4B-31A6-4531-8B81-F8D4228C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099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80205-65DF-4239-BFA3-744A9479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861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강한 damage reward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2B459D-FDF9-47A1-9569-DC296380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AEC1B4-065A-4749-9DBC-EFA76A11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hit-gated reward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FC77C2-F294-4C9A-8ED3-04833E0E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A221BC-DA58-45FE-AD21-933FFDA6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B86340-CA81-474D-8FBB-61C396EE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86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77FA83-F8D2-4F93-9B02-52153439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562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존재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A9449F-9C20-4946-B911-896F08A9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5D8A32-B661-4FAA-BB59-7749817B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미적용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8D54F1-2F9A-48AE-9964-0529CE1E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776B36-0DBF-4545-86FA-9FBA349D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347B2C-46B7-46C1-ABCF-10490EB7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62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DD8CBA-C623-49CD-9542-20018CFF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38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빠른 클리어 중심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585788-4F1A-4E1F-AEC3-82F5308B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62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C05937-5660-4377-88D4-5DE7CE83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38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조건 충실도 중심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E13418-C4C0-4583-8A81-D8B01013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8E69CA-6A58-4FAA-B894-969DEE1D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결론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A2D27E-06FB-4660-B26B-4E7FA4AB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0423BE-B12F-4FF6-88F5-25391A17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14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속도 레시피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0C1326-ED22-48B5-9EF2-BA7F525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8F7E16-69DB-4EE2-9CE3-F089BCDF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14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성공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D4C749-661F-41CD-A490-87164619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045B8C-8F2A-444C-8A64-D82084F5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7594055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A4009E-2F46-4737-95BB-780AD64A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FD4D3-ABAA-4B74-AA8F-F3469D24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21329-D40C-4818-8D86-E5EF860E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1 초기 정책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FFAE5-5216-48BA-9583-34B5507F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초기 정책은 낮은 damage와 공격권 회복 실패를 보여줌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AF7CA-5CC1-48CD-8947-58B1E3C2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C0DABE-7F81-43F4-BD6A-51904DB5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D5E98B-7CE5-463A-BB48-160D28A4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videos/01_initial_policy.mp4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F0DA6-93F9-4658-A700-F6CB52AB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060996-5609-48F3-A127-407EB592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99K checkpoint 실제 gameplay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008FC-283B-4EBA-B2EC-A9DEA9D4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4775F-7AC5-4763-A3AC-56680628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BossPlayer-99957.onnx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AD31B-3583-43DB-9847-6A683623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72FFA2-4EAB-45AC-BA2C-B9EE50A3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낮은 boss damage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25AEDC-7308-42AB-A9F7-64BA7E2A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BBA0-866B-43BB-9D2C-397A2263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위험 장면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B5A44-F13B-4EA6-BDE1-D9209BEE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BE085-ECE4-419D-817E-135516F4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0B364-D41A-4420-95FA-52E46DAC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DB5D5-853B-4E2A-B8DA-DB014CB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A35F14-5CDD-4EB1-8F79-B8C41F85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C4CC8-20BD-4C4B-90B1-BA1F1C91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517847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B7B47A-E4EF-49DD-B476-5F5188AB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878FE-D7CA-408B-80A3-9630E98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3EE93-75D2-4B17-8B12-36A5C48B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2 중기 정책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F55AC-7C90-4F4D-94E8-543C1190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중기 정책은 부분 hit 이후 player_dead로 종료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E48DD-7CC9-42C1-A9EE-A022A785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80D79-A873-4C76-94B1-4E3200E3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A1485-01B0-41B7-B537-85E7BFC1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videos/02_learning_progression.mp4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C8856-BB34-4660-B684-633AE554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1AFCE-D336-4EAF-918E-CB4D3F4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499K checkpoint 실제 gameplay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08879-DE83-44A1-B0D5-91C5603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C029D0-3D80-4558-A65A-DCD9FD86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BossPlayer-499996.onnx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CB5C4-2289-4A0D-A71F-6481C6FD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F843-CCC6-4B42-A4DC-CA00D3D6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boss_damage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6FA4D3-7F85-4B72-AF9A-8574EACD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64AE7-3D0D-4528-A6E2-F160D7D0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survival 25.0초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EF1605-7C91-4FF6-BD46-0AC4F281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7041A-A161-44FA-95F0-D0F85344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player_dead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43B50-010C-4C52-BEB4-4B840178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2AC959-8638-4D32-8E23-A244F70E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35AFBC-7FA6-4E01-B88F-A15DEFAE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6DEE4A-6991-4B82-9351-F4C7E1DE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344328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D0C0A6-92AA-42CA-85F7-0172BB50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D4687-31F2-49C6-B66E-A7F108E5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76506-CC8E-492D-81F8-BBD5CFF1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3 클린 클리어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6B315-9A5D-465C-9361-6339A167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발표 핵심 영상은 leak 0 근거와 함께 사용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E8BFB-612F-4D90-B268-72E1CFCE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7B38F-72CC-42B6-A36F-EAEF24C2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E521E-EC9E-4C34-9158-32139E91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videos/03_clean_human_like_clear_all_patterns.mp4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761A9-1F1F-449B-99BD-06E3B516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587CC-016D-4F51-9940-82144563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Phase3 Final 포함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E55C6-4121-4B39-B81C-A1795E86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281F57-A314-4535-9C06-5D098396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target 기반 정상 타격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80237-1B52-4917-983C-9FED66A2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9AA76-5677-4798-B921-66D0A1DA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exploit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4D07C-80D4-48FB-A9DE-CF398F96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4BEC-8E6A-42D6-BF25-A5B533E0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F14A1-6EC7-4636-8A7F-EEDC85A2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B878F-AF69-40CF-BB68-8C0669C3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87E3B-6E65-4F41-A625-95CE190E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BF0C6-BF72-4DB3-98E4-44B182F6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5553619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1193C4-F9E0-4522-B5C7-08AA4A19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C03F3-871C-49D9-BF2D-39C5B11B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7B4CDE-737D-4A20-84C8-8F7001A3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4 패턴 스킵성 플레이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7650D-3C6F-4AD8-AF6F-60D8DAA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패턴 스킵처럼 보이는 버그성 장면은 성공 근거와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D6949-2EB8-4A02-A0CF-35D96D3B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45ADF-FEC0-43BA-8EFF-A7CF7B3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F8625-7643-4929-9849-88E6036C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videos/04_clever_valid_policy_behavior.mp4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8A5B1-34A8-45BB-8572-F4E70606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D5B23-D94E-4D82-8703-A83733AF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일부 패턴 생략처럼 보이는 빠른 클리어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F76FA-AEE3-4F51-AE51-9651603C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19D5D-7711-4AB8-8246-CD8132A5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root_visible_overlap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C187C-8C8F-4F31-91F4-0EF1E3ED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17853-FF36-476C-BFE1-14624C25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dash_current_overlap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B42C8-464D-43FA-A7D9-A057FDF7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969E6-8093-496D-886A-B9C5660B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현재 leak 0 근거상 exploit 확정 아님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1CC21-83CB-4689-91D5-0AE85596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42DAB-F9F5-47C5-BD86-666B9464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case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6C74A-B109-482C-A90C-0DE983D4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BC17E4-FDA1-4880-A259-909F128A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2802365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45794-4BC3-438A-9895-1701789A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3A9AA-13AA-47E0-A53E-8930B788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2AC60-DD28-4F77-9133-C05C98B9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5 이상 행동 사례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2279C-368B-4007-87EA-4AE24C85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근거가 아니라 한계와 제외 사례로 배치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487E0-5F01-4A3B-B4BC-8B288648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4A194-AAF2-4EA7-813D-8AA3C414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04762-68BF-4B68-B2EF-6D1AA9DC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videos/05_bug_or_abnormal_case_excluded.mp4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D8056-8EB8-4D44-801C-8D409766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FBCC1-FD02-41E5-BAE8-0B026DA4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실제 leak 확인 시 bug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0ADD6-5A60-4872-B4D0-1CDA9C66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DF5A08-343C-455F-80E9-30CB5BFF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leak 0이면 abnormal-looking but valid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FA4F3-A687-4FA9-AD8A-C31921D4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F875A-BBB8-4827-8C47-A1D5A758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결과로 사용하지 않음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E2D54D-FF7F-4767-98C3-8978A046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FEF18F-5299-4B81-A664-EE1AF542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비교 및 주의점 설명용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2C5A8B-15FF-475B-812B-3728FBAA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84DA1-5E26-4CA0-99E0-2371F9F1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case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BC8CA2-0BF7-4E50-885B-42A7BAF5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A2269F-176F-4FDB-A22F-8B34A012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5287052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7B3432-076A-46A1-BE20-7437DCF0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36E40-89F3-49F4-867D-0EB7BF76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A180B-0B42-481B-887E-5FF1C13B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결론 및 향후 개선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7CEBC-7B50-45C0-AB5B-D428B15B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PPO-only는 가능하며 fast-clear는 별도 브랜치 실험 대상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0E382-8D63-4DE1-BE25-6C55041F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C4997-3C99-4D92-85D7-041A4814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89536-3E2F-4AC3-AD36-4C1E3609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 단기 학습은 생존 중심 local optimum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DA442-2A8D-4A4E-9146-ADE50240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7D87C-FA1C-45EA-A9DC-5A3D74E3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클린 클리어 정책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2A0B9D-7077-4F37-8F25-31338F68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0DAF7B-F636-4B08-8BB3-47AF45F7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main은 visible observation과 사람 입력 조건 기반 성공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5F971-FA0D-4B94-8E0B-CA7E8DC8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47CF0-4D50-44EC-AB0E-397B0D70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BC/demo는 현재 필수 아님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79ABF-D324-4228-8104-86C5459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0F2C8B-93BC-4AF9-B424-A23305BF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reward는 별도 브랜치 권장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E74CA7-E0AE-4D09-AEB2-DAE1693F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ED07B-858B-4EF0-A6A0-6A1E4596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226992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2026-06-03T03:12:40.2220000Z</dcterms:created>
  <dcterms:modified xsi:type="dcterms:W3CDTF">2026-06-03T03:12:40.2220000Z</dcterms:modified>
</coreProperties>
</file>