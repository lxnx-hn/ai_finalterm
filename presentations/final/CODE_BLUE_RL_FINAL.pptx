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900ebea5fc4862" /><Relationship Type="http://schemas.openxmlformats.org/officeDocument/2006/relationships/extended-properties" Target="/docProps/app.xml" Id="R9c6089ff72f34fb5" /><Relationship Type="http://schemas.openxmlformats.org/officeDocument/2006/relationships/officeDocument" Target="/ppt/presentation.xml" Id="R50f0a78fc5b547f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67b591742c477f"/>
  </p:sldMasterIdLst>
  <p:notesMasterIdLst>
    <p:notesMasterId xmlns:r="http://schemas.openxmlformats.org/officeDocument/2006/relationships" r:id="R5d5acf932f1f4ad9"/>
  </p:notesMasterIdLst>
  <p:sldIdLst>
    <p:sldId xmlns:r="http://schemas.openxmlformats.org/officeDocument/2006/relationships" id="256" r:id="Rae646e89219747e2"/>
    <p:sldId xmlns:r="http://schemas.openxmlformats.org/officeDocument/2006/relationships" id="257" r:id="Rb1094a4e42734ab7"/>
    <p:sldId xmlns:r="http://schemas.openxmlformats.org/officeDocument/2006/relationships" id="258" r:id="Rdb2f40ea7fbe4544"/>
    <p:sldId xmlns:r="http://schemas.openxmlformats.org/officeDocument/2006/relationships" id="259" r:id="R5b24a94b4b894ee4"/>
    <p:sldId xmlns:r="http://schemas.openxmlformats.org/officeDocument/2006/relationships" id="260" r:id="R6aa2061db6e640a5"/>
    <p:sldId xmlns:r="http://schemas.openxmlformats.org/officeDocument/2006/relationships" id="261" r:id="R22eb27626bb84ebd"/>
    <p:sldId xmlns:r="http://schemas.openxmlformats.org/officeDocument/2006/relationships" id="262" r:id="Rfdfa485fb85b409d"/>
    <p:sldId xmlns:r="http://schemas.openxmlformats.org/officeDocument/2006/relationships" id="263" r:id="Ra00acb15b105450d"/>
    <p:sldId xmlns:r="http://schemas.openxmlformats.org/officeDocument/2006/relationships" id="264" r:id="Rda8e3b49c3444fbd"/>
    <p:sldId xmlns:r="http://schemas.openxmlformats.org/officeDocument/2006/relationships" id="265" r:id="Rca51a41d6cff4e05"/>
    <p:sldId xmlns:r="http://schemas.openxmlformats.org/officeDocument/2006/relationships" id="266" r:id="R424a37e81fe74cf2"/>
    <p:sldId xmlns:r="http://schemas.openxmlformats.org/officeDocument/2006/relationships" id="267" r:id="Rbf5f8640e5a74800"/>
    <p:sldId xmlns:r="http://schemas.openxmlformats.org/officeDocument/2006/relationships" id="268" r:id="R3024eecee39942fd"/>
    <p:sldId xmlns:r="http://schemas.openxmlformats.org/officeDocument/2006/relationships" id="269" r:id="R1ecfe8cde095454b"/>
    <p:sldId xmlns:r="http://schemas.openxmlformats.org/officeDocument/2006/relationships" id="270" r:id="R473971554632433c"/>
    <p:sldId xmlns:r="http://schemas.openxmlformats.org/officeDocument/2006/relationships" id="271" r:id="Rca817b9d8cc44d50"/>
    <p:sldId xmlns:r="http://schemas.openxmlformats.org/officeDocument/2006/relationships" id="272" r:id="R011817913afc4cbc"/>
    <p:sldId xmlns:r="http://schemas.openxmlformats.org/officeDocument/2006/relationships" id="273" r:id="Rcd689eaa150f4ce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a368db201984c2e" /><Relationship Type="http://schemas.openxmlformats.org/officeDocument/2006/relationships/slideMaster" Target="/ppt/slideMasters/slideMaster1.xml" Id="R6b67b591742c477f" /><Relationship Type="http://schemas.openxmlformats.org/officeDocument/2006/relationships/notesMaster" Target="/ppt/notesMasters/notesMaster1.xml" Id="R5d5acf932f1f4ad9" /><Relationship Type="http://schemas.openxmlformats.org/officeDocument/2006/relationships/presProps" Target="/ppt/presProps.xml" Id="R1c96f295c6dc47b1" /><Relationship Type="http://schemas.openxmlformats.org/officeDocument/2006/relationships/viewProps" Target="/ppt/viewProps.xml" Id="R2b92c13539324333" /><Relationship Type="http://schemas.openxmlformats.org/officeDocument/2006/relationships/tableStyles" Target="/ppt/tableStyles.xml" Id="Rf864a099c0e34c88" /><Relationship Type="http://schemas.openxmlformats.org/officeDocument/2006/relationships/slide" Target="/ppt/slides/slide1.xml" Id="Rae646e89219747e2" /><Relationship Type="http://schemas.openxmlformats.org/officeDocument/2006/relationships/slide" Target="/ppt/slides/slide2.xml" Id="Rb1094a4e42734ab7" /><Relationship Type="http://schemas.openxmlformats.org/officeDocument/2006/relationships/slide" Target="/ppt/slides/slide3.xml" Id="Rdb2f40ea7fbe4544" /><Relationship Type="http://schemas.openxmlformats.org/officeDocument/2006/relationships/slide" Target="/ppt/slides/slide4.xml" Id="R5b24a94b4b894ee4" /><Relationship Type="http://schemas.openxmlformats.org/officeDocument/2006/relationships/slide" Target="/ppt/slides/slide5.xml" Id="R6aa2061db6e640a5" /><Relationship Type="http://schemas.openxmlformats.org/officeDocument/2006/relationships/slide" Target="/ppt/slides/slide6.xml" Id="R22eb27626bb84ebd" /><Relationship Type="http://schemas.openxmlformats.org/officeDocument/2006/relationships/slide" Target="/ppt/slides/slide7.xml" Id="Rfdfa485fb85b409d" /><Relationship Type="http://schemas.openxmlformats.org/officeDocument/2006/relationships/slide" Target="/ppt/slides/slide8.xml" Id="Ra00acb15b105450d" /><Relationship Type="http://schemas.openxmlformats.org/officeDocument/2006/relationships/slide" Target="/ppt/slides/slide9.xml" Id="Rda8e3b49c3444fbd" /><Relationship Type="http://schemas.openxmlformats.org/officeDocument/2006/relationships/slide" Target="/ppt/slides/slide10.xml" Id="Rca51a41d6cff4e05" /><Relationship Type="http://schemas.openxmlformats.org/officeDocument/2006/relationships/slide" Target="/ppt/slides/slide11.xml" Id="R424a37e81fe74cf2" /><Relationship Type="http://schemas.openxmlformats.org/officeDocument/2006/relationships/slide" Target="/ppt/slides/slide12.xml" Id="Rbf5f8640e5a74800" /><Relationship Type="http://schemas.openxmlformats.org/officeDocument/2006/relationships/slide" Target="/ppt/slides/slide13.xml" Id="R3024eecee39942fd" /><Relationship Type="http://schemas.openxmlformats.org/officeDocument/2006/relationships/slide" Target="/ppt/slides/slide14.xml" Id="R1ecfe8cde095454b" /><Relationship Type="http://schemas.openxmlformats.org/officeDocument/2006/relationships/slide" Target="/ppt/slides/slide15.xml" Id="R473971554632433c" /><Relationship Type="http://schemas.openxmlformats.org/officeDocument/2006/relationships/slide" Target="/ppt/slides/slide16.xml" Id="Rca817b9d8cc44d50" /><Relationship Type="http://schemas.openxmlformats.org/officeDocument/2006/relationships/slide" Target="/ppt/slides/slide17.xml" Id="R011817913afc4cbc" /><Relationship Type="http://schemas.openxmlformats.org/officeDocument/2006/relationships/slide" Target="/ppt/slides/slide18.xml" Id="Rcd689eaa150f4c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7d235a81947449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1b3ac00a644fda" /><Relationship Type="http://schemas.openxmlformats.org/officeDocument/2006/relationships/notesMaster" Target="/ppt/notesMasters/notesMaster1.xml" Id="R57daa392bfa7442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6ea76af08994d64" /><Relationship Type="http://schemas.openxmlformats.org/officeDocument/2006/relationships/notesMaster" Target="/ppt/notesMasters/notesMaster1.xml" Id="Rf32325f987954e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049eab33ad4edc" /><Relationship Type="http://schemas.openxmlformats.org/officeDocument/2006/relationships/notesMaster" Target="/ppt/notesMasters/notesMaster1.xml" Id="Raf8fb3b3657b44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55250aa05f43fd" /><Relationship Type="http://schemas.openxmlformats.org/officeDocument/2006/relationships/notesMaster" Target="/ppt/notesMasters/notesMaster1.xml" Id="R83b3450c1c8f4f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adc8fc0f46457a" /><Relationship Type="http://schemas.openxmlformats.org/officeDocument/2006/relationships/notesMaster" Target="/ppt/notesMasters/notesMaster1.xml" Id="Rc49324f06bb44c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759493ef55e48b3" /><Relationship Type="http://schemas.openxmlformats.org/officeDocument/2006/relationships/notesMaster" Target="/ppt/notesMasters/notesMaster1.xml" Id="R80ef7c5d378549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bfe640997a040a5" /><Relationship Type="http://schemas.openxmlformats.org/officeDocument/2006/relationships/notesMaster" Target="/ppt/notesMasters/notesMaster1.xml" Id="R6a7ed56bba87429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606792e5806469e" /><Relationship Type="http://schemas.openxmlformats.org/officeDocument/2006/relationships/notesMaster" Target="/ppt/notesMasters/notesMaster1.xml" Id="R0801fbf4ea5f440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6245333a5dd4d02" /><Relationship Type="http://schemas.openxmlformats.org/officeDocument/2006/relationships/notesMaster" Target="/ppt/notesMasters/notesMaster1.xml" Id="Rca4317d0e6a6482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63387851c34584" /><Relationship Type="http://schemas.openxmlformats.org/officeDocument/2006/relationships/notesMaster" Target="/ppt/notesMasters/notesMaster1.xml" Id="R2e0f11c5a6f547b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7dba496aafe4825" /><Relationship Type="http://schemas.openxmlformats.org/officeDocument/2006/relationships/notesMaster" Target="/ppt/notesMasters/notesMaster1.xml" Id="Re4f20f6487534f5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4d3ebf879f542cd" /><Relationship Type="http://schemas.openxmlformats.org/officeDocument/2006/relationships/notesMaster" Target="/ppt/notesMasters/notesMaster1.xml" Id="Rc0dc3759ee974f9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ca4ad194e3b4a07" /><Relationship Type="http://schemas.openxmlformats.org/officeDocument/2006/relationships/notesMaster" Target="/ppt/notesMasters/notesMaster1.xml" Id="Rfd76f7cde4254b9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56dd6712df34951" /><Relationship Type="http://schemas.openxmlformats.org/officeDocument/2006/relationships/notesMaster" Target="/ppt/notesMasters/notesMaster1.xml" Id="R01a31de248e34dd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fa0ef1e12d14544" /><Relationship Type="http://schemas.openxmlformats.org/officeDocument/2006/relationships/notesMaster" Target="/ppt/notesMasters/notesMaster1.xml" Id="R5f2563ecda9f442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faf6e675bd744b0" /><Relationship Type="http://schemas.openxmlformats.org/officeDocument/2006/relationships/notesMaster" Target="/ppt/notesMasters/notesMaster1.xml" Id="R39c5fbe1bea3421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e10c70b104b4b74" /><Relationship Type="http://schemas.openxmlformats.org/officeDocument/2006/relationships/notesMaster" Target="/ppt/notesMasters/notesMaster1.xml" Id="R69f08610fc724d4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4d8ce9ac1164417" /><Relationship Type="http://schemas.openxmlformats.org/officeDocument/2006/relationships/notesMaster" Target="/ppt/notesMasters/notesMaster1.xml" Id="R503632db793345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92d913ed5048a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6257cfdbb24fb5" /><Relationship Type="http://schemas.openxmlformats.org/officeDocument/2006/relationships/slideLayout" Target="/ppt/slideLayouts/slideLayout1.xml" Id="Rdc992a67665841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992a67665841e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2c2df181414fbc" /><Relationship Type="http://schemas.openxmlformats.org/officeDocument/2006/relationships/notesSlide" Target="/ppt/notesSlides/notesSlide1.xml" Id="R3a2f1204ae8041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816285ebd14a61" /><Relationship Type="http://schemas.openxmlformats.org/officeDocument/2006/relationships/notesSlide" Target="/ppt/notesSlides/notesSlide2.xml" Id="R9679ff6d94c645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96e5a775a64483" /><Relationship Type="http://schemas.openxmlformats.org/officeDocument/2006/relationships/notesSlide" Target="/ppt/notesSlides/notesSlide3.xml" Id="Rb1b53f0e793c42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2684db61f64ae3" /><Relationship Type="http://schemas.openxmlformats.org/officeDocument/2006/relationships/notesSlide" Target="/ppt/notesSlides/notesSlide4.xml" Id="R32a4d60d33aa47c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6a7931ddb74c29" /><Relationship Type="http://schemas.openxmlformats.org/officeDocument/2006/relationships/notesSlide" Target="/ppt/notesSlides/notesSlide5.xml" Id="R3d267c109059458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073c2434444695" /><Relationship Type="http://schemas.openxmlformats.org/officeDocument/2006/relationships/notesSlide" Target="/ppt/notesSlides/notesSlide6.xml" Id="R65e227a4098f447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6d1d2fae54457c" /><Relationship Type="http://schemas.openxmlformats.org/officeDocument/2006/relationships/notesSlide" Target="/ppt/notesSlides/notesSlide7.xml" Id="R5bc2c1cce8004cd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5813602d43481b" /><Relationship Type="http://schemas.openxmlformats.org/officeDocument/2006/relationships/notesSlide" Target="/ppt/notesSlides/notesSlide8.xml" Id="Ra6db57c9ff0e4cd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bfaf1a428498d" /><Relationship Type="http://schemas.openxmlformats.org/officeDocument/2006/relationships/notesSlide" Target="/ppt/notesSlides/notesSlide9.xml" Id="Rde80890704954f0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fdcb9958864379" /><Relationship Type="http://schemas.openxmlformats.org/officeDocument/2006/relationships/notesSlide" Target="/ppt/notesSlides/notesSlide10.xml" Id="Rc99cc62b2f0f476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60415796474421" /><Relationship Type="http://schemas.openxmlformats.org/officeDocument/2006/relationships/notesSlide" Target="/ppt/notesSlides/notesSlide11.xml" Id="R2f5f48c65328490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31fb624c2449b7" /><Relationship Type="http://schemas.openxmlformats.org/officeDocument/2006/relationships/notesSlide" Target="/ppt/notesSlides/notesSlide12.xml" Id="R90abae2c43f3432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ca694646674d97" /><Relationship Type="http://schemas.openxmlformats.org/officeDocument/2006/relationships/notesSlide" Target="/ppt/notesSlides/notesSlide13.xml" Id="R609273af0c5b4a7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da8d7e56c94a09" /><Relationship Type="http://schemas.openxmlformats.org/officeDocument/2006/relationships/notesSlide" Target="/ppt/notesSlides/notesSlide14.xml" Id="R6e9b812150ff40f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9d4f97b89f4dd9" /><Relationship Type="http://schemas.openxmlformats.org/officeDocument/2006/relationships/notesSlide" Target="/ppt/notesSlides/notesSlide15.xml" Id="R16495673a4d74be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c40f72199d44be" /><Relationship Type="http://schemas.openxmlformats.org/officeDocument/2006/relationships/notesSlide" Target="/ppt/notesSlides/notesSlide16.xml" Id="R2da4342f4f85436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5484e3a6ea47db" /><Relationship Type="http://schemas.openxmlformats.org/officeDocument/2006/relationships/notesSlide" Target="/ppt/notesSlides/notesSlide17.xml" Id="Raae3744d67da437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559085454f40bd" /><Relationship Type="http://schemas.openxmlformats.org/officeDocument/2006/relationships/notesSlide" Target="/ppt/notesSlides/notesSlide18.xml" Id="Rd3963fdfa2c94cd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156C5C-54E6-490B-91DB-985B325D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1B2788-E634-4BCE-A6C4-F3AABEAA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212787-5138-4324-B665-F7AD5D42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제목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7B0353-7AAE-4E13-B92A-7C63FEEE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CODE BLUE 보스전 PPO 1M 클리어 결과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51120A-2E92-4F9E-816C-9938826B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E99CA6-31E1-4A90-863B-E62D6C51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9B391F-E9AE-473D-B48C-FA77D971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199회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9E1E83-1952-4CC1-BBC4-9E3F60C5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boss_dead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392324-399C-4B98-B5EB-5678F8DB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52400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AE5FC8-5841-412E-BB04-DB5E9D12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676400"/>
            <a:ext cx="2076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17A5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317A55"/>
                </a:solidFill>
                <a:latin typeface="Malgun Gothic"/>
                <a:ea typeface="Malgun Gothic"/>
                <a:cs typeface="Malgun Gothic"/>
              </a:rPr>
              <a:t>80%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D355D3-93BA-4342-8C2F-27207CAB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0383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최근 100 episode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38B23F-FF4D-42F5-A735-696FE579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240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FEC009-563C-4996-925C-1B290748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67640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F6FA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F6FAD"/>
                </a:solidFill>
                <a:latin typeface="Malgun Gothic"/>
                <a:ea typeface="Malgun Gothic"/>
                <a:cs typeface="Malgun Gothic"/>
              </a:rPr>
              <a:t>97.3%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32BEC0-D4FC-49D5-BC83-F6E7999CE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383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최근 hit_rate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586705-0299-4832-B59B-E9F26080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24000"/>
            <a:ext cx="1619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D6BDC6-05D5-420F-8A73-949A564B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676400"/>
            <a:ext cx="1314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8842C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8842C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DCFCE0-EFA4-4162-919E-600320F9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383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leak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CD5947-78BC-4D7B-B883-F3D79CBF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4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432F32-AD13-4223-87FC-3E1DE30C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950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최종 run-id BossPPO_TargetGate_MarkATKObs_SweepHistory_1M_c84b1a4_v1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082954-5C1C-4002-81AD-13381CC6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14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FE03C5-84D8-4B41-B1B5-6EE3600D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950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PPO-only 1M long-run 기준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E44590-551B-4031-AB59-F71D9CFE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14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2CB732-E130-4386-A613-CF1790BC7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29050"/>
            <a:ext cx="950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visible observation 438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A8F91E-1B1F-403C-A8F8-7353C6E6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14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DE9CAA-2191-40DE-B7F0-3FC4E830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29100"/>
            <a:ext cx="950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action spec [5,2]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89474C-7507-4B64-A67A-D14FCB00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14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3FA4A6-7E2D-4AED-9C3C-9BF616BE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29150"/>
            <a:ext cx="950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무결성 leak 0 기준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15B33F-D502-43A8-82A3-20757E80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B896FA-3584-48E0-ACE1-AFD48489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7307195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02CA39-AC0F-42E1-815B-E84A8EB7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73B3B-5E0B-413C-932C-56817A5C1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37843-A450-443A-9A44-80A8932D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게임 소개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D6AA77-5B51-402D-B16F-E4474F7B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격자 기반 보스전을 사람 입력 조건으로 학습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65824D-356B-4721-944D-257EC548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B5E4F7-0775-49A1-911E-6EB51A525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D9699D-0DB6-41D0-936A-211D7FE6E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게임명 CODE BLUE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558684-AA84-45CA-8CED-0A9F35C14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183F67-02C8-4FEF-BD96-3979AD3DD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2D 격자 기반 액션 보스전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A15B16-AB63-4AFB-9739-A6CA7939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B4B691-395C-4967-A936-1CEF321CC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경고 타일 회피 후 공격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36819D-88C8-4065-A3DC-CE42F6D8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52A620-8C0F-4582-9271-05A4AAA1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이동 none up down left right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6333B5-C19B-4324-B257-5DE3B37B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4206A8-DFC6-4D5E-BE8F-69B0C5BF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공격 no attack attack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92AC89-E0B2-410B-81D5-121C0AB52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75A184-0EF9-407F-B685-C32B6A8E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목표 보스 HP 60 감소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6B3058-8C35-489C-86DA-806EF6B2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09B253-F096-4BDC-B57E-311B605F2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214874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9DA883-1E76-450E-B9D1-2A2B10FC6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E41A22-7DFC-4846-91B7-A8644761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A432B0-799B-4ABC-AA4C-9583FCA2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보스 소개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905D8C-B88C-474D-8740-02DE684D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HP 기반 페이즈가 학습 난도를 만든 구조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44EDEF-BA56-4D90-86AE-EBF3EA7C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36228A-D82E-4297-85CE-B844BC47B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6CB2F0-FE4C-41AE-981A-1C75B529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보스 HP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0BF7CA-55CB-486D-B669-0588A01C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EF2A69-14EE-41F3-B88F-9213049D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Phase 2 HP 42 이하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ABA5AF-C34F-4926-870F-E12314CB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51D4BD-25B6-4112-B994-3865CC0C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Phase 3 HP 24 이하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B7C55D-E422-4269-9AB6-E2725C6CA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3CD337-B198-4D4C-8B82-91AC2815E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Final HP 6 이하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01BAAE-7C6B-4035-B9C2-E78403B3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ED2D13-B058-47DC-A52F-AB12D4DD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인접 시 방향 회전 후 경고 타일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D7A329-7A75-4AE1-801B-9A40C22A0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790A79-7562-4579-9B04-24CD648D9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회피 후 공격권 회복 필요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12BC35-F85B-4AE8-B8FE-CBDA76B89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A6C18A-4690-4FDF-BF48-E828A7F54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2903554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04EC36-BC04-489E-B8DE-E34866C41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59C126-4752-4A07-8633-CCA44C1F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8DB33E-CF2C-459F-839D-F4CA7BF38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보스 패턴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7A89E0-9903-4C7C-969E-0C2F767B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후반 패턴은 관측과 타격 타이밍을 동시에 요구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B2B6C8-6803-45F2-8FE6-93D51771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612447-D4C4-4587-90F4-6FA954C3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B239EB-466E-4508-AC94-089D2D60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1페이즈 X자 패턴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E0A217-F5D9-4B06-AAD8-3D7B9D60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039734-B69E-4852-AD53-5AD471953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240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1페이즈 NZ 및 역순 패턴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AD4354-669D-4CDA-8464-647B8BFF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52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16E79B-D524-41DC-985C-609EDE9D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1페이즈 사각형 2칸 돌진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EFA705-D6E5-4AF3-9651-096B5810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955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08930A-DA5B-4876-8967-FC6B8D3D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098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1페이즈 십자 돌진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9B9CD6-F931-4857-895C-465E6BD5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38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FF6C6F-02D0-4168-8AEE-3498C131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2페이즈 시계방향 4줄 돌진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E97BE8-C883-4F59-879F-EC857DF3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ADE638-7963-479E-8839-E52BD492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956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3페이즈 MarkATK 표식 돌진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86437D-244F-4093-83D6-82A707BF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399B87-FF11-4706-BC54-68AE9B27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Final 찍고 돌진 4회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6AE5F1-4126-4F95-9975-6D4C8227C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F02777-B0A4-4F6C-B592-EA50D465B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4696330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A396C3-5CE7-4123-BDE1-B75521B6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ED8-B515-4B1C-A5B6-4C58F594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EB680D-DCA6-44B7-981F-B96B748A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MDP 정의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7B7C1E-E3FB-4C45-B1B6-6FA0DBB3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플레이어 MDP와 보스 MDP를 같은 decision step에서 결합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442AEF-4D93-4360-A925-980C112C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2E1963-4296-4403-9677-3FFEA29D4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476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6FA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F6FAD"/>
                </a:solidFill>
                <a:latin typeface="Malgun Gothic"/>
                <a:ea typeface="Malgun Gothic"/>
                <a:cs typeface="Malgun Gothic"/>
              </a:rPr>
              <a:t>플레이어 MDP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82FE3E-5033-47B9-BC07-B1858079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9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2B08EF-4E78-4945-987C-F1B566483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State 위치 방향 체력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D575AD-8C2C-4A43-8010-80F4B3CA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71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60BCB6-CFBC-4F1B-B533-7F890233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State 공격 가능 범위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E29C8E-77A6-4B4B-89A2-DA38D4AD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33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2DB04B-6950-4BC0-8BAA-59972CCC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Action move [5]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F7C4D9-6360-4AB6-BDA8-62086E13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956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82B380-BF3B-46D0-AA94-793D74521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Action attack [2]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798445-2008-4FA2-A9EC-6D0DDFE1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75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034748-34A1-4E31-B8E2-9A351B7C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7185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Transition 이동 공격 피격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A19462-2C3B-4352-9CAA-E17B2EF7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19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F10951-6629-4487-A1FD-AF37A3F7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Termination player_dead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D46C93-4A74-44F6-AD91-130A22EC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466850"/>
            <a:ext cx="476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보스 MDP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E9759F-8106-4D21-BCD8-6268FBC6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09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625769-A080-4165-889B-3623F81B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2405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State 위치 방향 HP phase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FA8355-9427-4D0A-9EB6-3C65EC3F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371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84FBB7-4EED-4CA6-BB2D-5C42C737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8600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State pattern warning damage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B01A19-4AA1-4D20-9FE2-EBEFEDA5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733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FEF42F-29B4-44EE-9A2F-C959B60B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4795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State MarkATK real fake cue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EC6F8C-8E05-4EB1-91DD-F85DE750A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956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6F900E-3786-4453-B68F-90B5FE03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0990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Transition phase pattern 진행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C247EF-47B1-41DE-9575-B5F938919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575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F437A5-926E-4734-B363-6FDAFC0C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7185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Transition HP 감소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EEB6E2-1D50-45A4-850D-687FA3BC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19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97A116-A3BF-4228-B725-4EBE670B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Termination boss_dead timeout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422402-4461-4C66-A145-AC336D8C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15CC36-EFA4-4247-B359-38CA7023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0095452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6F5930-0F26-4A15-94DE-24B730A3D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739C18-B82B-46E9-A613-F8A84824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F18B7B-A4E3-4793-A6D5-5F0342341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Observation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64816D-4077-4CE0-9788-E054B81E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193차원 기본 관측을 438차원 visible cue로 확장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59F908-20B8-4C33-9089-AF9D6290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FBC6B3-5B6D-49D7-8CFB-B91DC5BB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DF9E6-30D5-4254-ABEF-1034C273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기본 observation 193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77C53B-723E-4562-94BB-122B47ECE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32861A-36D7-4794-B322-EFF2ED65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MarkATK real visible mask 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C8F0EC-C979-43B7-8AAF-26997ECA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368495-90F7-496A-B433-E57A469A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MarkATK fake visible mask 추가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231D35-1C88-4E9F-BDFD-04716738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45225D-F3E8-4E7E-AE6E-84533DF50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Phase2 sweep history 추가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A50706-ECCC-4902-97C6-5B8DBB16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74C060-0843-4E00-B21F-7A102E87D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최종 observation size 438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5FEFA4-AB23-4203-9BB2-742AFF3D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D96D1D-CA96-447C-A7CF-BFFAFA463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내부 next_band와 sweep index 직접 노출 없음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332940-FF78-4E12-A13B-5A0C5CBF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868826-416E-4FD9-8A5C-5E078F1F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9163388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AF801B-2FCC-4114-8368-BFF5F705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D65059-DC72-4521-A95A-AA43ED79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76BB93-6F4B-443C-AD76-95CAE1D9A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DF5305-716D-4FBA-9637-603B68065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사람 조작에 가까운 [5,2] 분기 입력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AC31B3-2084-4306-96DB-C7D5F58C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E16980-6AEA-40DF-99CC-D2E7EA64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4F6FCF-A63B-40DE-A22A-36552422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Branch 0 move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0A2130-18A4-45DE-BFA3-E1F4C01C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ECB7FE-9AAA-48DC-AB76-7516D157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none up down left right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07CF20-E870-4599-8EC9-7DCCC62C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578FFC-DA3D-4340-8501-19FD587E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Branch 1 attack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A17848-3EA8-40E6-AE8E-E72EEAFD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F002AD-AF41-4169-A73A-EF62E7AE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no attack attack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984125-741E-4264-8940-A850EDCB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B5E5A6-5CB3-4346-A0D5-1E8F81EC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이동과 공격을 같은 decision에서 표현 가능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4BE32C-DBE0-4E01-85E1-5599F21F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375732-3F12-4392-ADE3-BC9EB939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불가능 이동과 비정상 공격은 mask로 차단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7F8759-E146-4509-916F-E15CF3FB4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15573E-9733-4799-89E5-5CAFA013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1772547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52F365-74A2-43F0-8B30-FE5B8E07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B27BCD-2719-48E0-84AC-4DFFB797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39220C-16B9-4B32-870A-55BD140A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Reward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CF64AF-4509-4B94-9914-82C041AC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공격 시도 보상 제거 후 실제 적중 중심으로 정리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573EB8-07F9-4C74-9D8E-3C8D9D4F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A2CC4E-C85E-49F7-B7DD-3E8A0301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605DB9-16A0-4AD8-A5B4-CDA9BF213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공격 시도 자체 보상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2054F4-CD59-4E93-B1B4-95174D04C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C90E0C-8D8E-4699-821A-3DDFC055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240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보스 HP 감소 보상 +0.10 per HP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8DA0E3-31D4-4714-802C-F08B5C4C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52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065BEE-1316-45AB-97F8-C040EF22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성공 hit 보상 +0.08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49688D-2FE1-4425-A74D-32D5C491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955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608769-19A0-4024-87B0-42795E10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098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boss_dead 보상 +5.0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17D365-2B9F-4DE8-8489-C96A018F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38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96974A-844D-4679-A584-D0C24606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player_hit 패널티 -2.0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09B8DC-B318-4A31-AC86-D966DF57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DD0C6E-2FC7-4E2C-AAF8-1586F7DF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956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player_dead 패널티 -8.0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D5669B-22EF-435E-B981-4F306506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E7642B-F2F4-488C-9B2B-6F848280D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fast-clear reward 미적용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634359-21F7-4D4A-9F87-0491AD7B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4984BC-325F-4D6A-81E7-2CA5C5FD8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5685952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D6F071-FEB2-47AC-8901-7B7E7035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CCD6E5-638A-4CD8-B74F-75D1C40D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A9EE96-75B2-4CEC-8576-40CF019F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PPO 기법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385520-26BD-41D4-BD35-C584D63D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PPO와 action masking으로 순차 전투 정책 학습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BBF3C3-FAB2-4A59-8680-53612546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68AD6B-DA58-4B98-92CD-CB5FB890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39E558-2438-4AA0-8C02-46AF099E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ML-Agents PPO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F7CAC8-4545-4FF6-8294-18AC7982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0E30F6-AFA7-44FE-811C-19CF8818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policy gradient 기반 안정적 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FBA1DC-75C4-48EB-9510-4FB87F8DC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9CF2CF-F09B-4D09-AC1D-71E66163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discrete action 학습 가능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FAD9AA-A120-412A-A513-48EEABB3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1B809B-77C0-46A5-B15C-321B257B1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hidden target 공격 차단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F7EB0D-A394-4D98-95F7-A84C133A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6CFF54-1349-4BD5-948D-6FA580AE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off-lane stale target 공격 차단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B0A1E3-B760-445E-B20A-A3494C6E0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FAE1EB-F54B-4D30-A68B-3ACE9D67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visible observation 중심 설계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6AEB7C-6114-47A8-8340-D52545A5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8DE26E-DE34-486F-BEBE-F3EF737F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3128049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603C36-F9F4-4FB5-AD98-EE0D5287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1EA265-2961-4B04-A0C9-BAF18C85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A33E08-A192-410E-BFF9-B1BD7991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단기 PPO 실패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B21EFC-B48E-454C-B3F2-1AE38A7C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50K에서는 생존 중심 local optimum 발생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D7C34B-3277-4988-A95A-2C257C57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31A5FA-E833-4AFA-9CCE-88A3A313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9EDEC4-4858-4579-A853-B86E1C0F9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클리어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5F0D87-40CB-4284-A7FB-0CDFB6C6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53BE26-C6CB-4FF3-8257-314124EF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boss_damage 낮음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494111-FBF9-4717-910B-6C66262A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5FB10E-9BB7-4538-A456-3AAC9F2CB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in_range 약 10퍼센트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C690A0-52F1-42B0-9D0E-AEF2ACA2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46C40B-1DB5-45A3-8D23-049299F1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공격권 회복 실패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53BDFB-E477-4E30-A099-B0E258F9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E54300-EC9F-44BD-854B-5FDAC638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피격 및 사망 반복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B46909-534F-42FA-B266-7F0B26C5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137228-C0A7-460A-A0A1-6FC2EEA0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PPO-only 불가능 결론 아님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5070F4-96E2-4814-953B-91E9633B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97B15C-6DC3-4262-95B1-E16F92C76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5900961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7C3B4C-E5E0-4A0C-A0D6-9D294722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CCBD03-116A-4151-8DFB-DAFBECE5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59D2F1-FD9E-4D1B-B50A-F493B343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1M 결과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BDBBDF-596A-438F-A272-72C5BE8B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1M long-run에서 최근 100 episode 80퍼센트 클리어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8CE96D-0CF7-4BB4-8387-ADB621C0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260AC6-84D4-4BE4-9701-9B92BC0D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2A3210-08E9-4B42-9725-BF6E16F8D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199회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10F71B-04D0-41A6-BD29-AF1422AE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boss_dead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F472F0-5F33-47D2-A9CE-C854F372C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5240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3876F6-70B3-47DA-BB0C-EBB1A8B67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17A5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317A55"/>
                </a:solidFill>
                <a:latin typeface="Malgun Gothic"/>
                <a:ea typeface="Malgun Gothic"/>
                <a:cs typeface="Malgun Gothic"/>
              </a:rPr>
              <a:t>22.3%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2155D7-D972-4E47-9C9D-6DAF7A21F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0383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전체 클리어율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875DEB-3B82-48D4-BEA9-ECEB8117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24000"/>
            <a:ext cx="228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DD5367-AA77-4C24-A0EF-5760B243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76400"/>
            <a:ext cx="1981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17A5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317A55"/>
                </a:solidFill>
                <a:latin typeface="Malgun Gothic"/>
                <a:ea typeface="Malgun Gothic"/>
                <a:cs typeface="Malgun Gothic"/>
              </a:rPr>
              <a:t>80%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91B55F-C63E-4124-8164-3D7E8D25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038350"/>
            <a:ext cx="1981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최근 100 클리어율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654D56-994D-406F-8FC1-E174C7D7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24000"/>
            <a:ext cx="2476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583C7A-23E1-490C-ACA8-AF16139E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76400"/>
            <a:ext cx="2171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F6FA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F6FAD"/>
                </a:solidFill>
                <a:latin typeface="Malgun Gothic"/>
                <a:ea typeface="Malgun Gothic"/>
                <a:cs typeface="Malgun Gothic"/>
              </a:rPr>
              <a:t>40.8 / 59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451D3A-144F-4D96-878D-90CEA441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38350"/>
            <a:ext cx="2171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boss_damage avg max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296FCA-08A2-4418-A80F-7AC73C42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최근 hit_rate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9D0DB1-E0C3-4C41-8CCE-C04E21A83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00400"/>
            <a:ext cx="3810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DDD1"/>
          </a:solidFill>
          <a:ln xmlns:a="http://schemas.openxmlformats.org/drawingml/2006/main" w="0">
            <a:solidFill>
              <a:srgbClr val="E3DDD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92F13B-F7CE-4EDB-B1E5-C722CC7A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00400"/>
            <a:ext cx="370713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7A55"/>
          </a:solidFill>
          <a:ln xmlns:a="http://schemas.openxmlformats.org/drawingml/2006/main" w="0">
            <a:solidFill>
              <a:srgbClr val="317A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1350BF-94AE-4366-92FD-444006B0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623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최근 in_range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FD4DF7-6DF0-4BAE-9162-F2AA4EF0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19500"/>
            <a:ext cx="3810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DDD1"/>
          </a:solidFill>
          <a:ln xmlns:a="http://schemas.openxmlformats.org/drawingml/2006/main" w="0">
            <a:solidFill>
              <a:srgbClr val="E3DDD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1D14B8-E9ED-4C13-8193-AF8D9690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19500"/>
            <a:ext cx="1047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061E71-62A9-4B80-B72E-E53CB13F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814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player_hit 감소 기준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78321F-6A39-4F2F-B19A-FF7EB88D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38600"/>
            <a:ext cx="3810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DDD1"/>
          </a:solidFill>
          <a:ln xmlns:a="http://schemas.openxmlformats.org/drawingml/2006/main" w="0">
            <a:solidFill>
              <a:srgbClr val="E3DDD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941074-6F36-484F-8D8B-106547FF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38600"/>
            <a:ext cx="1409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309213-6C42-4803-92F1-1BFA0AD2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81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2C"/>
          </a:solidFill>
          <a:ln xmlns:a="http://schemas.openxmlformats.org/drawingml/2006/main" w="0">
            <a:solidFill>
              <a:srgbClr val="B8842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4CC54F-BAB7-4978-98F9-079E0C8F1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95650"/>
            <a:ext cx="3790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평균 클리어 시간 70.0초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BE245-A5C7-48D3-B77E-D18CE2AB9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433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2C"/>
          </a:solidFill>
          <a:ln xmlns:a="http://schemas.openxmlformats.org/drawingml/2006/main" w="0">
            <a:solidFill>
              <a:srgbClr val="B8842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221F60-D32E-4257-8299-C6E23104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57600"/>
            <a:ext cx="3790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최속 클리어 시간 42.6초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BF59B5-0536-44A2-B207-6FDFA834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05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2C"/>
          </a:solidFill>
          <a:ln xmlns:a="http://schemas.openxmlformats.org/drawingml/2006/main" w="0">
            <a:solidFill>
              <a:srgbClr val="B8842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8D738A-B2BB-4E31-A2A5-C7E92CB6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19550"/>
            <a:ext cx="3790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MarkATK observed 15,309회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599A8B-FBA4-40E9-9B7E-9E26823E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672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2C"/>
          </a:solidFill>
          <a:ln xmlns:a="http://schemas.openxmlformats.org/drawingml/2006/main" w="0">
            <a:solidFill>
              <a:srgbClr val="B8842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F16A19-4839-42E2-B514-5FF4532D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81500"/>
            <a:ext cx="3790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attack_out_of_range 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BBA9CE-E589-4409-8AEA-930A0C660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29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2C"/>
          </a:solidFill>
          <a:ln xmlns:a="http://schemas.openxmlformats.org/drawingml/2006/main" w="0">
            <a:solidFill>
              <a:srgbClr val="B8842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F86CA2-8E84-4C2D-AAB0-8AA1A800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743450"/>
            <a:ext cx="3790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hidden off-lane stale hit 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33E419-799E-4526-BA7B-172A0066E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92FBEAA-9682-4985-9866-C8CA15F59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5441108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65CDD5-4787-45D3-ABA9-219BCDDD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AD6F05-E88E-4808-8207-A9A3DE38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0E2792-0B57-4D21-B35C-BBE7B073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LTS vs main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1F06B6-E155-4A9E-9CB2-0D908251E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LTS는 속도 중심 main은 사람 조건 충실도 중심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B2B9DF-AD47-48CC-A2A7-B1A27A03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85EDB-25E4-46EC-87CF-9E6ACBF6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8115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F36"/>
          </a:solidFill>
          <a:ln xmlns:a="http://schemas.openxmlformats.org/drawingml/2006/main" w="0">
            <a:solidFill>
              <a:srgbClr val="2B2F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E681C7-E47A-431F-8E80-E5D502BC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5735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D5961B-3641-4477-A017-A730B750C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58115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F36"/>
          </a:solidFill>
          <a:ln xmlns:a="http://schemas.openxmlformats.org/drawingml/2006/main" w="0">
            <a:solidFill>
              <a:srgbClr val="2B2F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5E49D9-86CA-4ABE-AEAF-4EB741F2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5735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15DC35-6B58-4A51-B054-7354CFF7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58115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F36"/>
          </a:solidFill>
          <a:ln xmlns:a="http://schemas.openxmlformats.org/drawingml/2006/main" w="0">
            <a:solidFill>
              <a:srgbClr val="2B2F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91BA48-8C33-44B7-B6D8-E03651528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573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main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B79F7D-B1E8-4CD1-85DF-F3189A7C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660F0A-E3F5-440E-8135-6716B762E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action spec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D57043-7D32-4BAF-9142-B3F900F1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5740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CD5F24-FB2E-4FB1-9702-0997435D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3360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[6]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1FD50F-A273-4296-A0D6-F64D70B7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5740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2D24DD-C621-40F1-BC22-ADE7833C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3360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[5,2]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B34003-461A-4C8D-B84C-01DCAF60D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359A7A-3B02-4F47-8F80-91C3C15A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observation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362FB5-548E-4551-8DB2-062E28DB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3365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03F4CA-1507-42A6-879B-31804EF78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0985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193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658974-06BF-4C5E-B528-D41524B2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3365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52193C-D5DC-4B96-80FD-B856E873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098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438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62945F-0926-4477-A4A1-39F102394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92CD42-3693-410F-BD6C-8FF0FC31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reward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10D323-BE65-4ED7-8387-DF2A3573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00990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CB714E-5092-4FA7-BE37-3A847B85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08610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강한 damage reward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910D49-CF18-4767-AAB3-418A6EBD4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0990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B23E36-8C7C-4106-9B78-1E9B9B17A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8610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hit-gated reward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63692F-7A4E-4AFE-A739-52311FEAD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9488AA-55D7-4D27-BF07-17A9DAE9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fast-clear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686318-F6D0-4391-BAFD-255BE56B7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8615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9061D5-DC6D-4BC1-AA13-25C44705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56235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존재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BAB7E1-C63B-4BEE-B43C-77D7D775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8615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14996EF-CE5E-41A9-9BB4-D491465C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623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미적용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DCBE90F-67E0-40B5-A55C-262C3EAB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6240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9AECA82-EF3D-4D57-B5BE-B86F682B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특징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36BD44-B93F-43B3-ADE5-0B295F6C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96240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D9C460-CE6D-42FA-BEC9-27E30526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03860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빠른 클리어 중심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92AEB87-8C05-4525-8D9D-6ADC264D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6240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F885EEE-B85E-44BC-AF8A-0C2385B0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3860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사람 조건 충실도 중심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61ABC69-B8D2-4229-A314-FA7CC522E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3865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5995EB5-AE1C-47E1-980E-5519C622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결론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9693C5F-2811-4017-8957-DD62FBE29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3865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94649F2-A4F3-42FE-86E9-F187C00C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51485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속도 레시피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4D155E2-0508-4A6D-AA58-34EF7A4B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3865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E1CE9E7-3049-4F3B-B3CC-954A61FC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148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PPO-only 1M 성공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9F89717-572A-4DD4-BE46-963F62F46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DD7848D-A481-422D-9C6D-8126C9A1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9210329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D9D1D3-66B4-49D4-BE05-8DE3C464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12A10F-79F2-47B2-A5FD-AF618D7E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8559DE-A5F4-4BE4-8735-81AEAB488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영상 1 초기 정책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F426A1-1799-4762-A223-A9E8AD5D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초기 정책은 낮은 damage와 공격권 회복 실패를 보여줌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BB10F5-FD88-43D7-850B-A44BBE7F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DFF6F7-F7CC-4825-900C-FA4DA29C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B0449A-C592-4EF2-91C7-C5C95453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파일 videos/01_initial_policy.mp4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D58656-1882-4FBB-AEF6-1AD9A259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7ABDA2-E6FF-452A-B20F-169CA4629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240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99K checkpoint 실제 gameplay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31C888-E784-4201-BAB4-B1F760CF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52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4EE651-FF11-4751-AD9E-BC2B05185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BossPlayer-99957.onnx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F6D3C3-D639-4EE9-B3FC-3A7D6B8D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955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58C1D0-957B-42D7-BB88-F94925F1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098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낮은 boss damage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F379E6-680C-4A8D-91A4-D60DE21FB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38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ABBC88-3D67-47A4-91F2-3DBDA723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피격 위험 장면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E9384F-B93F-499F-8B3F-2C511CBA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0B5F39-5C89-4F45-9EF6-19A8C948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956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공격권 회복 실패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AA92A1-8AE9-4265-809E-0D93F1D7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CEC125-F5BC-48B5-94D6-9FC5E304C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설명 슬라이드 사용 없음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C7EAAF-A856-47DD-BE13-38D9EA7DA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2844A1-7855-4FFB-9CFE-117359B1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019024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6FA99A-24A2-4670-ABB3-B5E69915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506521-5C3B-4730-B7C3-0F3FF965F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D69485-3942-40D9-A101-349A69B8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영상 2 중기 정책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F74A16-2180-4A83-AEC5-2CFB1787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중기 정책은 부분 hit 이후 player_dead로 종료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9E7EDA-A9D5-478E-A10F-5AFD4BB0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6C8947-AB95-4698-BDD3-BF5FCBAE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4E995B-539C-407D-BEAA-5A155709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파일 videos/02_learning_progression.mp4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9A49B0-4A4D-4324-94DB-01B24B6D2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482D20-9D5D-49E8-B8EC-30B11186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240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499K checkpoint 실제 gameplay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36DF6A-6752-48D8-90DD-7AB5E069E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52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C5B8D3-EDF3-404B-A79D-24ACB6F8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BossPlayer-499996.onnx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8A5A1C-3531-4D27-8132-709826C8E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955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5CA209-DBAC-40FB-B9FD-C04BED0BC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098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boss_damage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D987BD-E609-4C51-87E0-7534C774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38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FCC70C-121B-4907-A8D1-2DB143C1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survival 25.0초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472B95-D297-4690-92F4-AED4C2F0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6D50D4-27DB-417C-9123-8FC1B3EC0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956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player_dead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784FDD-F61B-4032-9FD9-F6445597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D0465B-FABA-459E-884E-AE4B61AEB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설명 슬라이드 사용 없음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517FB7-058D-4714-B165-5F51C0E3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65B285-0A7E-4408-A753-2F5B50247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10056012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78A3E8-6876-45C5-B09C-15DE7401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D34EBF-E8D9-4ADE-9DC0-FEF49653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484C97-F763-4180-82C3-67838A0B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영상 3 클린 클리어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0C96F0-66A2-4E97-8CA8-844558B2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발표 핵심 영상은 leak 0 근거와 함께 사용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2912AE-46B4-48EB-BC55-70BB31A4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5DA8C3-7753-4F82-B393-1E156D8F0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D5DC6B-D4E3-4FD6-B59F-228E6D91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파일 videos/03_clean_human_like_clear_all_patterns.mp4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D52018-A423-4680-A3F9-E8A139A1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5F9BB7-3F52-49BD-ADF1-E6B365DF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Phase2 Phase3 Final 포함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8B2D3C-D7C3-46B4-A110-20D8404D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66C62-C1A8-46A8-9975-A389A675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visible target 기반 정상 타격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FA73D3-1AC1-4DE7-A0C6-1C52C585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3530AA-A266-49B4-9E1C-1483E245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exploit 없음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BAF7CB-1C1D-4DD0-8519-9840F6387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1FD557-E8D0-4C52-8A56-2E5BA7179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attack_out_of_range 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185F07-7CC2-4A3D-9670-2D25F7FF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753051-7DFE-49DF-A74E-F1370AD8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hidden off-lane stale hit 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4497E5-D7FC-43DD-9E0D-489D1D74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3F2EA6-2F14-4521-9F7C-6048AF86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0572553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1AD9BC-CCF4-4D00-AC1C-D1D38F5B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2FA0F5-4C6D-43A6-B275-234FA379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8EDB7C-C1F8-4001-A228-9F958D06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영상 4 패턴 스킵성 플레이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ED97CC-8F92-49C7-B650-CC4F6BBA8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패턴 스킵처럼 보이는 버그성 장면은 성공 근거와 분리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060378-2DB1-4EEB-BB1F-36D5DFF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6FF9CA-1056-4B1A-AED0-09148506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61902E-2F7A-4ED3-94D4-4C9E01F0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파일 videos/04_clever_valid_policy_behavior.mp4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CDABDA-B5D9-4F16-9F69-7C961D57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5B11F3-BB5C-432F-BF1B-96BA2D44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일부 패턴 생략처럼 보이는 빠른 클리어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F829D8-3E98-4168-80AC-9A024440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9C12DE-0BBA-4CB3-93DC-472CB46F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root_visible_overlap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25C7DB-1A41-4A6B-973A-9C28AE6BA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EFC3F6-14D3-4379-90D5-9CD1AE0E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dash_current_overlap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4E6A3A-01CA-4096-BD37-D856946CE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C22179-3B67-40D7-9A00-BA8E7B7E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현재 leak 0 근거상 exploit 확정 아님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BC5661-3EAB-4518-AA7E-7554D4750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AC11FA-49E4-48BF-BA9C-07281902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bug case 명명 금지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FA431C-F129-4151-8E84-67554C01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6BD8B2-E95C-466E-A35A-5F0B386B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70040571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002C48-B929-4ADC-9089-FC02CB30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9E8DDF-8061-4B78-9137-8556E682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9E88AA-BA30-4165-A521-0418B74C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영상 5 이상 행동 사례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640DD2-6DFE-44FB-94A0-C67465BB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성공 근거가 아니라 한계와 제외 사례로 배치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3536A6-4D39-4D1D-AA76-6E002C78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46FEE8-4E56-406C-8ADC-7F9C6F16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770414-B7C3-4A5F-9670-B78217DF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파일 videos/05_bug_or_abnormal_case_excluded.mp4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AA246E-0003-4325-A362-3BCE88D0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248F81-31E3-49DB-B839-67253EAB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실제 leak 확인 시 bug case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DF4282-A14B-49CC-87F5-0F286773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4A6293-6F8C-46A2-87A6-954D6E06B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leak 0이면 abnormal-looking but valid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A5114E-7F31-4428-8C8B-50F220EE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C00A48-0A67-4D3C-99B0-B8407766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성공 결과로 사용하지 않음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4062D2-B460-4324-832E-DAB88FB1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274795-E1E4-4F32-A1BE-2A066664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비교 및 주의점 설명용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9A459C-A1A6-41A3-A44D-507B112E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9C74C2-B39C-40BE-936D-A7725795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bug case 명명 금지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96FA19-00CE-4AC9-A9A6-B179C239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5D4FC1-B9CE-408C-8077-C9206810F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69811231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AB5A32-6F38-49DE-AC37-090BCDE0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5150C5-F02B-4CD0-B3FA-74E74D70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95DA58-D047-4530-B2B4-88D40935B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결론 및 향후 개선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61D5F8-A104-4190-B1DF-CBC3662F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PPO-only는 가능하며 fast-clear는 별도 브랜치 실험 대상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12565A-7B99-4C13-800A-B611C094F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733838-A1ED-493E-AC02-1EEEB59F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3B149C-FA90-4FBA-8451-DA642D83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50K 단기 학습은 생존 중심 local optimum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42563-F2A2-4F67-BFB0-851077C0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97332-FCAF-4601-B90B-FF1F81D8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1M long-run에서 클린 클리어 정책 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B4AD2B-8B76-4A7A-8D18-1CA9599A6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F248B6-59C3-4A30-B8F2-C3E94938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main은 visible observation과 사람 입력 조건 기반 성공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D78451-19C9-4D5B-87AF-9D2AED81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3726CD-514F-4F0F-BEB1-682EB5E5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BC/demo는 현재 필수 아님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2336D1-A52E-41F8-A26B-EB5C9835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9FD13F-0D18-457F-8706-523829B71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fast-clear reward는 별도 브랜치 권장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272A55-9BBB-4DFB-ACD9-5387084B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D06485-26D6-4950-9A27-639A7A0B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4164104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2026-06-03T03:33:15.1690000Z</dcterms:created>
  <dcterms:modified xsi:type="dcterms:W3CDTF">2026-06-03T03:33:15.1700000Z</dcterms:modified>
</coreProperties>
</file>