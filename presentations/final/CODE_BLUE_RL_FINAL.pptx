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c8ce45d4ce4298" /><Relationship Type="http://schemas.openxmlformats.org/officeDocument/2006/relationships/extended-properties" Target="/docProps/app.xml" Id="R5703b594277a48d0" /><Relationship Type="http://schemas.openxmlformats.org/officeDocument/2006/relationships/officeDocument" Target="/ppt/presentation.xml" Id="Rdf4dc7189ea348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d7725644114391"/>
  </p:sldMasterIdLst>
  <p:notesMasterIdLst>
    <p:notesMasterId xmlns:r="http://schemas.openxmlformats.org/officeDocument/2006/relationships" r:id="R104b511619e74603"/>
  </p:notesMasterIdLst>
  <p:sldIdLst>
    <p:sldId xmlns:r="http://schemas.openxmlformats.org/officeDocument/2006/relationships" id="256" r:id="R8d79d93590fe475c"/>
    <p:sldId xmlns:r="http://schemas.openxmlformats.org/officeDocument/2006/relationships" id="257" r:id="R79a1547025724a35"/>
    <p:sldId xmlns:r="http://schemas.openxmlformats.org/officeDocument/2006/relationships" id="258" r:id="R1bf3ff047ab54439"/>
    <p:sldId xmlns:r="http://schemas.openxmlformats.org/officeDocument/2006/relationships" id="259" r:id="R745949bac3ef47f2"/>
    <p:sldId xmlns:r="http://schemas.openxmlformats.org/officeDocument/2006/relationships" id="260" r:id="R701b544c6ff34fc3"/>
    <p:sldId xmlns:r="http://schemas.openxmlformats.org/officeDocument/2006/relationships" id="261" r:id="R0b9bf305b6954c3d"/>
    <p:sldId xmlns:r="http://schemas.openxmlformats.org/officeDocument/2006/relationships" id="262" r:id="R2148578dfe9040a7"/>
    <p:sldId xmlns:r="http://schemas.openxmlformats.org/officeDocument/2006/relationships" id="263" r:id="R5251335c4aec48c0"/>
    <p:sldId xmlns:r="http://schemas.openxmlformats.org/officeDocument/2006/relationships" id="264" r:id="Rb89219f37c58464f"/>
    <p:sldId xmlns:r="http://schemas.openxmlformats.org/officeDocument/2006/relationships" id="265" r:id="R2f3f43abda3b4448"/>
    <p:sldId xmlns:r="http://schemas.openxmlformats.org/officeDocument/2006/relationships" id="266" r:id="R1c3a8f1366c842a8"/>
    <p:sldId xmlns:r="http://schemas.openxmlformats.org/officeDocument/2006/relationships" id="267" r:id="R200642ed07af4784"/>
    <p:sldId xmlns:r="http://schemas.openxmlformats.org/officeDocument/2006/relationships" id="268" r:id="Redf122642a2043fa"/>
    <p:sldId xmlns:r="http://schemas.openxmlformats.org/officeDocument/2006/relationships" id="269" r:id="R4d51d750cc504276"/>
    <p:sldId xmlns:r="http://schemas.openxmlformats.org/officeDocument/2006/relationships" id="270" r:id="Ra563284621f44edf"/>
    <p:sldId xmlns:r="http://schemas.openxmlformats.org/officeDocument/2006/relationships" id="271" r:id="Rcd1871f22fd94d3a"/>
    <p:sldId xmlns:r="http://schemas.openxmlformats.org/officeDocument/2006/relationships" id="272" r:id="R42d473ca427a4388"/>
    <p:sldId xmlns:r="http://schemas.openxmlformats.org/officeDocument/2006/relationships" id="273" r:id="Rb80755d3b5dd455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442d968cf14ee3" /><Relationship Type="http://schemas.openxmlformats.org/officeDocument/2006/relationships/slideMaster" Target="/ppt/slideMasters/slideMaster1.xml" Id="R52d7725644114391" /><Relationship Type="http://schemas.openxmlformats.org/officeDocument/2006/relationships/notesMaster" Target="/ppt/notesMasters/notesMaster1.xml" Id="R104b511619e74603" /><Relationship Type="http://schemas.openxmlformats.org/officeDocument/2006/relationships/presProps" Target="/ppt/presProps.xml" Id="Rf56efcf1367a4658" /><Relationship Type="http://schemas.openxmlformats.org/officeDocument/2006/relationships/viewProps" Target="/ppt/viewProps.xml" Id="R0dd5f5c4e751421d" /><Relationship Type="http://schemas.openxmlformats.org/officeDocument/2006/relationships/tableStyles" Target="/ppt/tableStyles.xml" Id="R50feb8722cc04e06" /><Relationship Type="http://schemas.openxmlformats.org/officeDocument/2006/relationships/slide" Target="/ppt/slides/slide1.xml" Id="R8d79d93590fe475c" /><Relationship Type="http://schemas.openxmlformats.org/officeDocument/2006/relationships/slide" Target="/ppt/slides/slide2.xml" Id="R79a1547025724a35" /><Relationship Type="http://schemas.openxmlformats.org/officeDocument/2006/relationships/slide" Target="/ppt/slides/slide3.xml" Id="R1bf3ff047ab54439" /><Relationship Type="http://schemas.openxmlformats.org/officeDocument/2006/relationships/slide" Target="/ppt/slides/slide4.xml" Id="R745949bac3ef47f2" /><Relationship Type="http://schemas.openxmlformats.org/officeDocument/2006/relationships/slide" Target="/ppt/slides/slide5.xml" Id="R701b544c6ff34fc3" /><Relationship Type="http://schemas.openxmlformats.org/officeDocument/2006/relationships/slide" Target="/ppt/slides/slide6.xml" Id="R0b9bf305b6954c3d" /><Relationship Type="http://schemas.openxmlformats.org/officeDocument/2006/relationships/slide" Target="/ppt/slides/slide7.xml" Id="R2148578dfe9040a7" /><Relationship Type="http://schemas.openxmlformats.org/officeDocument/2006/relationships/slide" Target="/ppt/slides/slide8.xml" Id="R5251335c4aec48c0" /><Relationship Type="http://schemas.openxmlformats.org/officeDocument/2006/relationships/slide" Target="/ppt/slides/slide9.xml" Id="Rb89219f37c58464f" /><Relationship Type="http://schemas.openxmlformats.org/officeDocument/2006/relationships/slide" Target="/ppt/slides/slide10.xml" Id="R2f3f43abda3b4448" /><Relationship Type="http://schemas.openxmlformats.org/officeDocument/2006/relationships/slide" Target="/ppt/slides/slide11.xml" Id="R1c3a8f1366c842a8" /><Relationship Type="http://schemas.openxmlformats.org/officeDocument/2006/relationships/slide" Target="/ppt/slides/slide12.xml" Id="R200642ed07af4784" /><Relationship Type="http://schemas.openxmlformats.org/officeDocument/2006/relationships/slide" Target="/ppt/slides/slide13.xml" Id="Redf122642a2043fa" /><Relationship Type="http://schemas.openxmlformats.org/officeDocument/2006/relationships/slide" Target="/ppt/slides/slide14.xml" Id="R4d51d750cc504276" /><Relationship Type="http://schemas.openxmlformats.org/officeDocument/2006/relationships/slide" Target="/ppt/slides/slide15.xml" Id="Ra563284621f44edf" /><Relationship Type="http://schemas.openxmlformats.org/officeDocument/2006/relationships/slide" Target="/ppt/slides/slide16.xml" Id="Rcd1871f22fd94d3a" /><Relationship Type="http://schemas.openxmlformats.org/officeDocument/2006/relationships/slide" Target="/ppt/slides/slide17.xml" Id="R42d473ca427a4388" /><Relationship Type="http://schemas.openxmlformats.org/officeDocument/2006/relationships/slide" Target="/ppt/slides/slide18.xml" Id="Rb80755d3b5dd45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e7084270db43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9717071bc64a82" /><Relationship Type="http://schemas.openxmlformats.org/officeDocument/2006/relationships/notesMaster" Target="/ppt/notesMasters/notesMaster1.xml" Id="Rb5c1488a88924b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a91d8c2f649b9" /><Relationship Type="http://schemas.openxmlformats.org/officeDocument/2006/relationships/notesMaster" Target="/ppt/notesMasters/notesMaster1.xml" Id="R466877a961ae4a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30579a490d4616" /><Relationship Type="http://schemas.openxmlformats.org/officeDocument/2006/relationships/notesMaster" Target="/ppt/notesMasters/notesMaster1.xml" Id="Rc98d35a4675448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cb59919c4b4aa0" /><Relationship Type="http://schemas.openxmlformats.org/officeDocument/2006/relationships/notesMaster" Target="/ppt/notesMasters/notesMaster1.xml" Id="R1ccfa624224e40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d40d5c6ea741e7" /><Relationship Type="http://schemas.openxmlformats.org/officeDocument/2006/relationships/notesMaster" Target="/ppt/notesMasters/notesMaster1.xml" Id="R01c002b3901c4e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66528e835a4e08" /><Relationship Type="http://schemas.openxmlformats.org/officeDocument/2006/relationships/notesMaster" Target="/ppt/notesMasters/notesMaster1.xml" Id="Rf47108809cf644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545cfed1a548fa" /><Relationship Type="http://schemas.openxmlformats.org/officeDocument/2006/relationships/notesMaster" Target="/ppt/notesMasters/notesMaster1.xml" Id="Rc4cec0744e0043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f5da3388754e7f" /><Relationship Type="http://schemas.openxmlformats.org/officeDocument/2006/relationships/notesMaster" Target="/ppt/notesMasters/notesMaster1.xml" Id="R7a8747cd882b49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e6ec173ac945d8" /><Relationship Type="http://schemas.openxmlformats.org/officeDocument/2006/relationships/notesMaster" Target="/ppt/notesMasters/notesMaster1.xml" Id="R43c3b51f26ae4f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b0da26f0c142f1" /><Relationship Type="http://schemas.openxmlformats.org/officeDocument/2006/relationships/notesMaster" Target="/ppt/notesMasters/notesMaster1.xml" Id="R7de7c0dfbae646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d7ceaeb9424adc" /><Relationship Type="http://schemas.openxmlformats.org/officeDocument/2006/relationships/notesMaster" Target="/ppt/notesMasters/notesMaster1.xml" Id="Rba0371e8be0946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cb475c98674501" /><Relationship Type="http://schemas.openxmlformats.org/officeDocument/2006/relationships/notesMaster" Target="/ppt/notesMasters/notesMaster1.xml" Id="R07d65b8e54894c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bcabdc44df47ae" /><Relationship Type="http://schemas.openxmlformats.org/officeDocument/2006/relationships/notesMaster" Target="/ppt/notesMasters/notesMaster1.xml" Id="R09ee74ebefcf47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700a6c919a4bb9" /><Relationship Type="http://schemas.openxmlformats.org/officeDocument/2006/relationships/notesMaster" Target="/ppt/notesMasters/notesMaster1.xml" Id="R582b0f2c032c461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ba02a2f05434c21" /><Relationship Type="http://schemas.openxmlformats.org/officeDocument/2006/relationships/notesMaster" Target="/ppt/notesMasters/notesMaster1.xml" Id="Rf0beed72d8c541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292391cd9148fe" /><Relationship Type="http://schemas.openxmlformats.org/officeDocument/2006/relationships/notesMaster" Target="/ppt/notesMasters/notesMaster1.xml" Id="Rc25295e1ff5a43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3269e687dd14a35" /><Relationship Type="http://schemas.openxmlformats.org/officeDocument/2006/relationships/notesMaster" Target="/ppt/notesMasters/notesMaster1.xml" Id="R999534778f6549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43fbbbed03949e5" /><Relationship Type="http://schemas.openxmlformats.org/officeDocument/2006/relationships/notesMaster" Target="/ppt/notesMasters/notesMaster1.xml" Id="Rd66e4fa83ce94d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d396b45e1442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e1c809b12849e5" /><Relationship Type="http://schemas.openxmlformats.org/officeDocument/2006/relationships/slideLayout" Target="/ppt/slideLayouts/slideLayout1.xml" Id="Ra63a5442513d41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3a5442513d41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a50bd2ff94b5e" /><Relationship Type="http://schemas.openxmlformats.org/officeDocument/2006/relationships/notesSlide" Target="/ppt/notesSlides/notesSlide1.xml" Id="Rd07399db27074f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f007729d04c85" /><Relationship Type="http://schemas.openxmlformats.org/officeDocument/2006/relationships/notesSlide" Target="/ppt/notesSlides/notesSlide2.xml" Id="R45ed1535310a4f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e0476c5904baa" /><Relationship Type="http://schemas.openxmlformats.org/officeDocument/2006/relationships/notesSlide" Target="/ppt/notesSlides/notesSlide3.xml" Id="Rd81d19001d514c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93640e04c41d6" /><Relationship Type="http://schemas.openxmlformats.org/officeDocument/2006/relationships/notesSlide" Target="/ppt/notesSlides/notesSlide4.xml" Id="Rcba1f5dd1b4349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a459c15d045f2" /><Relationship Type="http://schemas.openxmlformats.org/officeDocument/2006/relationships/notesSlide" Target="/ppt/notesSlides/notesSlide5.xml" Id="R22c5222ffebb47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83be7c350416c" /><Relationship Type="http://schemas.openxmlformats.org/officeDocument/2006/relationships/notesSlide" Target="/ppt/notesSlides/notesSlide6.xml" Id="Re2aed3fbd76040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52f9434784a2b" /><Relationship Type="http://schemas.openxmlformats.org/officeDocument/2006/relationships/notesSlide" Target="/ppt/notesSlides/notesSlide7.xml" Id="Rcb78eb3dcc2445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07df8765347d4" /><Relationship Type="http://schemas.openxmlformats.org/officeDocument/2006/relationships/notesSlide" Target="/ppt/notesSlides/notesSlide8.xml" Id="R423d6d93e29246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5ad82851944b8" /><Relationship Type="http://schemas.openxmlformats.org/officeDocument/2006/relationships/notesSlide" Target="/ppt/notesSlides/notesSlide9.xml" Id="Rcce4876ddb0244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68faaec7a4ee3" /><Relationship Type="http://schemas.openxmlformats.org/officeDocument/2006/relationships/notesSlide" Target="/ppt/notesSlides/notesSlide10.xml" Id="Raf7a799a883e49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aacb3bfc445f2" /><Relationship Type="http://schemas.openxmlformats.org/officeDocument/2006/relationships/notesSlide" Target="/ppt/notesSlides/notesSlide11.xml" Id="R39f3dd506a094e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8bc45782d456c" /><Relationship Type="http://schemas.openxmlformats.org/officeDocument/2006/relationships/notesSlide" Target="/ppt/notesSlides/notesSlide12.xml" Id="R5ac7672c453940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c44aaf8ec467d" /><Relationship Type="http://schemas.openxmlformats.org/officeDocument/2006/relationships/notesSlide" Target="/ppt/notesSlides/notesSlide13.xml" Id="R812c987323a84fd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33dc279b0499b" /><Relationship Type="http://schemas.openxmlformats.org/officeDocument/2006/relationships/notesSlide" Target="/ppt/notesSlides/notesSlide14.xml" Id="Rbaede74b6c4a4c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5b9a5c533442c" /><Relationship Type="http://schemas.openxmlformats.org/officeDocument/2006/relationships/notesSlide" Target="/ppt/notesSlides/notesSlide15.xml" Id="Rd8c49c2551b8447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f851c0c8442d8" /><Relationship Type="http://schemas.openxmlformats.org/officeDocument/2006/relationships/notesSlide" Target="/ppt/notesSlides/notesSlide16.xml" Id="R3499448ff664468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5046e2fce4ee4" /><Relationship Type="http://schemas.openxmlformats.org/officeDocument/2006/relationships/notesSlide" Target="/ppt/notesSlides/notesSlide17.xml" Id="Re4234e501f104ef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bef740bfb41c8" /><Relationship Type="http://schemas.openxmlformats.org/officeDocument/2006/relationships/notesSlide" Target="/ppt/notesSlides/notesSlide18.xml" Id="Rb3e21728e181442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24000B-08A8-477B-BCA2-AB78AE3F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2DF5A-E5F3-4092-81BE-E32C6CD6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9742B-CB25-4174-9651-F79B72A4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제목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E8DB0-94C1-46B9-B531-487BEBF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CODE BLUE 보스전 PPO 1M 클리어 결과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43105-3ACF-49DA-A759-F21A184B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4F6A60-8EE8-48D4-8347-0EC38B3A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35E72-A77E-4BFA-A1AF-3298C3FB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26E05-7120-4BBF-A17C-2950940B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611C3-EA1C-48D1-8628-A4371111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2400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18698-5C34-4D29-91C2-6A05727F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7640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9BF80-475F-4F1A-A237-6D9DCA7C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83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70671-773F-4DB2-B79E-DB2AC157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40727C-CFFA-4CF7-B125-E579200C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97.3%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A35B1-B765-4AE7-8580-DA3198ED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E4FEA1-A9E0-4797-A293-62977D36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18D82-0290-4F7D-AD1F-E4C81012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7640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8842C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D8251A-040A-4A9E-85FC-2C5068EA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383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leak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674FE-F945-4AE0-9791-3DAFEAB2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6C3CB-BFFA-4836-8D64-0A4EB5F2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run-id BossPPO_TargetGate_MarkATKObs_SweepHistory_1M_c84b1a4_v1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2E85FD-4448-47BC-B024-BE558505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F75AE-C9C2-4DF7-8994-98E9BF07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long-run 기준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37890B-5D95-459A-AFD3-B883F369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093573-0EBB-4C3C-A4D1-741B752E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E3F6A6-1529-44F8-ABDB-6C62EFED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14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D42D75-8520-4740-9576-986AD922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 [5,2]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2BBD56-04AB-48A4-AF24-76ACF4D7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14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04A76A-5A6F-4ACF-8389-FB821724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950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무결성 leak 0 기준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7EA59E-0D5A-49B9-8578-DDA6B385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A36635-1230-4A49-B2F3-81568527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4275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FB789-3147-49F6-8530-89C34A3E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1B318-57CD-445C-BE00-604119C4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7A319F-8872-4985-AAB1-D91F35B1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게임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CFCE2-62DA-4590-ABAA-25C42AC2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격자 기반 보스전을 사람 입력 조건으로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93224-D769-4DC6-AFE8-E95F9679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4428E-F7BB-430E-822B-F2E01899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2868B-EA94-4E33-A18A-7118BB63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게임명 CODE 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706630-F59E-445F-9B36-83E5C93B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661E5-BDC3-4CFC-9B9D-729C7889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2D 격자 기반 액션 보스전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AAFAE6-6265-4284-BF87-2A4138D0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18FC2-54F2-40B7-B7E2-D0CE866D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경고 타일 회피 후 공격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FC3E7-84FC-4375-B648-31B999D8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6C440B-F037-48F0-839C-42AB75BA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 none up down left right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22453-AACB-4D80-B161-5E0B2DBF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24BE4-76CD-4C6B-BC8D-3DBC8EB6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no attack attack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32FD02-FBC2-4007-A038-3E25C2E9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B51A8-A423-4672-B9D5-C280706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목표 보스 HP 60 감소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1F1CE-222B-4B8F-8E4E-AE0F9BC2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DE2BE-FB95-4A6D-AC1D-C9822452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91173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0010BC-E3CC-4DD9-B762-CDD32E6D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912D1-CEFC-4DFE-84B3-6EAF9EC5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7AF64-4090-4EE3-B4B0-559B2266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소개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ACF24-0E6A-46D8-B5F7-47613CEF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HP 기반 페이즈가 학습 난도를 만든 구조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91935-35D0-4330-A736-1D92CC4E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C4131-8EF5-4642-A3A1-98627265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648B1-5369-42F1-BEA6-58BFBEEA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F67BE-6548-4AD6-B897-E56DB6F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87717-3A6D-423C-A28A-672CA84C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2 HP 42 이하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22C2A-DCFE-4E49-A577-90A6CA7E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E3831-6F16-4510-8A2C-DBFE5D96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 3 HP 24 이하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82063-F38F-4CE5-97A6-49C34778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EE067-B8CE-4B5A-8A35-8724D4BF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HP 6 이하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5641B5-324B-4E59-B9DB-586EF009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25C69-49F3-41E2-9225-E8A477FC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인접 시 방향 회전 후 경고 타일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F9D19-E6EC-47BF-ADA4-6D897839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763C7-3607-46D7-A7D8-72E79696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회피 후 공격권 회복 필요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DADA2-088F-41BE-AB49-1707EDC6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BFECA2-3822-4B0B-9F56-7D6465C6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04778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50E34-58C9-4BB3-8A68-98503BA0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BED6E-C165-4EEA-8E95-9C2CAA07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BCA02-D1F6-4E9F-BAD0-DCBD26A8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보스 패턴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2EF4D-2B14-4B1E-85AA-811A8F58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후반 패턴은 관측과 타격 타이밍을 동시에 요구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7BC43-B9D8-4687-9AC6-62E37CC0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87020-F94E-411E-9A04-F84D9745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6B670-BC12-493E-8EE8-6C3D46D0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X자 패턴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70F46-0DD2-4414-84A3-623F613C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59F8C-04D4-4751-A4EE-ED041D57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NZ 및 역순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3E310-4AEC-44F1-9738-BC9CD949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FFC8E-517D-4CEE-B7C0-FCC986BF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사각형 2칸 돌진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77BE0-D752-471B-B9C8-4EC12995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83451-5E34-4F2D-86A1-1523C7BE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1페이즈 십자 돌진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0B0AA-3028-48D1-B85E-1E0C34B5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C4E80-A20A-4CB0-97BB-B0BAFAA8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2페이즈 시계방향 4줄 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D51F8-2D30-4F6B-A7F3-74215B8B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3A993-51B3-4A34-A834-E48F57AE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3페이즈 MarkATK 표식 돌진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03B68-E863-4809-8A05-68A1A123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B1B33-BB67-4F4D-B73D-49A6F86C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Final 찍고 돌진 4회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F41CB-CD1F-46BE-B8CA-B0DC47FE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C675D-939E-4070-803E-39BD2113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044758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373489-61FB-4AB8-BF2A-284F6881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7035C-F6B8-4FC2-B382-4E0FBCA7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148C6-9A35-4184-970D-CAA3980C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MDP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371E3-7757-42D9-92AC-40AD5205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위치와 위험 타일이 다음 의사결정을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C0083-2652-4E28-AC5D-FFC0A332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3894A-1676-4D05-B21D-23D6C6B7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4BAF5-6D7B-4FDD-91D5-FDADB52C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0F5CC9-4A0E-41F5-8CC3-E76C5DC0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플레이어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A0B4E-C34E-47A9-A52B-8F37CC80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A2738-13AE-449D-828C-D494308D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위치 및 방향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BFF4C-1258-4E02-A5FD-BB959634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204FB-16F6-425F-BE67-DBD08C3D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warning damage tile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64584-AF19-400E-88DC-592584BF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7B975C-DADF-40EB-A55F-2CD0A284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visible cue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413294-08BC-4CC1-8C29-7EFA1790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EFE5E-0A92-4F99-A6D4-12CFDDCC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sweep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C44A48-8726-4C4C-8F30-5D7D5943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6685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Action Reward Termination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9DDB8-EACA-4485-B917-B39F9212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76C182-DF11-4775-86E6-1BC46212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240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move [5]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2D6B41-EFAA-4EBB-ACA8-D36EBDCF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71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E8992-C032-4EBD-B637-568D7BD6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 [2]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F6CB5-20EF-4D33-8D72-CBF9D301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33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A0B94-C490-446C-B0AD-86F4399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479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HP 감소 및 처치 보상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31DB2F-7384-4C10-8F1D-042CB8C5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22CCA1-CB6D-4691-B6D5-F49B7D1A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990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사망 위험 패널티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D4D284-FF45-414B-A23C-E52374A73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57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78938F-7592-4214-943F-F2817EA4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4552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boss_dead player_dead timeout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324B17-1A58-4669-BA15-EAA847D2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99BEF4-1256-4466-A496-7988B8F2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3790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844978-6A96-4C1B-A33E-F3FA5ED0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50176-A9E4-4966-8A4F-DEF23609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6CA180-EB62-4260-B906-A446281A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CD71D-482A-4D08-9C9D-3C3542BA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193차원 기본 관측을 438차원 visible cue로 확장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3333B-C8CD-4EA4-8C4B-57538943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A68BE-2A4E-4199-93FF-124220DF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B7C60-ABC6-45D6-ACAE-DDC4202E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기본 observation 193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A99E4E-20EB-4EFA-8229-2177DC1E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AD214-C703-4A83-9B96-91B8F10B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real visible mask 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BD92C-67E2-4141-95DD-814AD5C9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418CC-CEA2-49DB-BC36-A4B41748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fake visible mask 추가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27B63-7DCA-407F-800F-FC4F4ABA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DD009-43FB-4761-BE46-0C1824A6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sweep history 추가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EAFE1-E535-4CB0-B3E0-83EDB4E2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AD7D8-8B40-4086-B32F-D5FD0487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최종 observation size 438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225A2-EE2F-4387-B657-D6A3078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8BC30-05FC-4810-873A-77AC7A5A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내부 next_band와 sweep index 직접 노출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FE9B89-0ED1-40E7-AC81-A1D6B497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D9110-99D0-46A1-8651-287FEC2A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026089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D61871-97F9-46F4-B775-71D96CFD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4247C-7333-4BA2-A22C-1EA2D4F5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B185C-ECE4-44FD-A37B-9C77DBD7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D88EB-31E6-4722-BB61-6CB059E1F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조작에 가까운 [5,2] 분기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FF22C-670F-4A73-BF78-EBC3852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65120-C402-4A25-9DC0-D5701CE5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37ED8-FB63-4805-A666-292EA5E9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0 move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CF455-072B-468C-A64F-C9518C76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3988AD-03D8-4557-8C7A-D6A5E8F2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none up down left right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B745C-A679-466A-BE70-C38C1F6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35BC9D-2D60-499D-830A-08072C11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Branch 1 attack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D77AE-8970-4A0E-97DB-9C6C7541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E55F93-635E-49FD-ACD4-2CF9069C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no attack attack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509AC-7DE6-4FAA-8C05-F1480E82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70120-E11D-4079-8FD2-8DABFB48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이동과 공격을 같은 decision에서 표현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E98CF1-B0CC-426D-95D6-9F7D7454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022D3-1B02-42B3-9A23-49ABB067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불가능 이동과 비정상 공격은 mask로 차단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11378B-8E4A-4927-B9D5-272028EE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B82062-DD0A-4745-BC26-C114F73B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431469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90F498-FFE2-4C06-809D-2E3B73AC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BDAC2-2731-4A10-BE61-DF620918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B750A-F129-41B4-9613-37B0E3B9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517BE-1E21-468E-9C59-7F21931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보상 제거 후 실제 적중 중심으로 정리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6169F-5913-47B4-AC85-61C3E65C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09ED9-8C33-4CE4-B2D6-F1BACDAF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87AF9-BF8F-4C12-9C0E-D5F52F19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 시도 자체 보상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39896-1601-4246-996F-3F3F55EC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2D88F3-8D83-45BC-9B92-28E9F7B6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보스 HP 감소 보상 +0.10 per HP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169AE-A260-433F-B4A8-73154BDD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C279B-F331-4831-83DD-23888BB9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hit 보상 +0.08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02BE3-4A3F-4AB1-ADA9-AE484E6D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440AE-B618-4D99-BE03-899359D4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boss_dead 보상 +5.0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EA378-FA9D-4CB0-B9C1-BFB9B408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4B90B-8451-4E4E-81E9-1911BC1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패널티 -2.0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5917C-4FAF-4306-8B07-9C052B2D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AC43E-CE67-41BD-ADE9-400A8528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player_dead 패널티 -8.0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9BD14C-224F-4ECC-BCA0-BA494246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541BB4-3FCD-4025-B76B-D23D5B13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 미적용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C8A198-B37A-4961-A4B5-3210C0B3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A798BB-98B0-4A00-A2C3-441DB0E2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7576619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6E502-A461-4C2B-A2D2-D79EDA3E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01B99-A7A9-4195-8F1D-6048714F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633E5-8D0A-40F8-A997-CB953702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PPO 기법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257A02-78F3-4500-91A1-D5F5D4EA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PPO와 action masking으로 순차 전투 정책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90699-E899-4DD4-838E-857BF18C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28C19-201A-4BB2-A763-0D5C62E1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A4D1A-8683-4867-A521-D86DED80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ML-Agents PPO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09A4A-364C-4DFE-AD63-06AB91BE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1454F1-B82B-49C7-975E-3A63AFD4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policy gradient 기반 안정적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4A4E1-528A-4A1E-B5E3-35435493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AF587-B520-4373-AC8B-8F42A0F7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discrete action 학습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652186-8C63-4E78-BDEE-266F42A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B368BC-46AF-4E01-808C-462F422B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target 공격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1CF3A-CBEF-4AED-B657-2677E481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51618-CB39-439B-8F26-397CDEE0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off-lane stale target 공격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6FEB9-8BE4-4F4D-A34B-93489CE2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B0484-8500-466E-9484-E3E80151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observation 중심 설계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46016-9FA9-4021-8E4F-8E722B2F8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DF719B-22FA-455E-A698-FD414189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0147829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21BBF7-C0A1-4072-93C7-57C962C2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4EDC9-D4F8-44A1-AB71-132F81DC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FAE58-0B6A-415D-AA76-2EEF064E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단기 PPO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8BCB6-C7A9-4DE7-9EE8-8C7221D2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50K에서는 생존 중심 local optimum 발생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C97EF-4E44-4FF0-94C2-86356EA9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2A748-F09C-4551-B9FB-54592254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1A1A0-322D-49EF-B0D8-599A3EA7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클리어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090D74-6249-47EA-BC7C-55EF4F15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80F51-6E23-4A2F-AE7D-3A6AC8BB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boss_damage 낮음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5A333-70EE-49BC-AE2D-186A6854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C542D-0143-489A-909D-E507FCAA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in_range 약 10퍼센트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A533C-5523-4067-AF21-1DC3C8CC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0B45B-68B3-4954-B7DE-4A7E1A2B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8FEEF-CECA-4844-93E2-64BC2A6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83C95-6D22-4C0A-B01B-5B6B0C8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및 사망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B3238-5517-4869-857C-F4F8669A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931C0-A4DE-4445-ABB7-D6408E31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불가능 결론 아님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BE2549-411E-4AD6-B478-1D247411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F2FB9F-66AE-487F-B577-FACD4AE8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622188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D41E84-E3FB-4344-AEDE-45F92EC6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9BFB6-3716-446A-850F-E70B842C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9B165-EEC3-451A-8FCF-6A6D6328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1M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40FDB4-199E-44C4-B2FD-46F49316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최근 100 episode 80퍼센트 클리어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24613-A078-47FF-9AB2-1491AEFA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667D1-4D5A-4FE2-A36B-2C9781D2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1B85A-1C68-40A3-98C5-E529A90D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199회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554D2-035B-4CE3-8715-A0B7D66B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B21C40-931D-450B-9C11-6561D6F7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240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7449F-90AB-4962-94CA-72BE4665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22.3%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7B341-D2A3-47C4-85B8-0B3F0219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383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전체 클리어율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9D466-F0F5-4577-9C1D-59F715C7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52400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A840E9-C86D-4722-B378-CB5E53B4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764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17A55"/>
                </a:solidFill>
                <a:latin typeface="Malgun Gothic"/>
                <a:ea typeface="Malgun Gothic"/>
                <a:cs typeface="Malgun Gothic"/>
              </a:rPr>
              <a:t>80%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2EC0F-C384-49F8-820D-BE110177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3835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최근 100 클리어율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B5028-300A-49D5-897E-7F381C55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CB7EB-B840-4062-B9D7-8BDEE658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7640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F6FAD"/>
                </a:solidFill>
                <a:latin typeface="Malgun Gothic"/>
                <a:ea typeface="Malgun Gothic"/>
                <a:cs typeface="Malgun Gothic"/>
              </a:rPr>
              <a:t>40.8 / 59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F9C485-C96B-4F84-9330-077579A7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3835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boss_damage avg max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8F8937-D800-40E7-86FE-24DCEC6E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hit_rate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99097-2F6F-4EFE-B729-2C3417B7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AB6A8-0F8F-4A2B-A0EC-4361231F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00400"/>
            <a:ext cx="370713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7A55"/>
          </a:solidFill>
          <a:ln xmlns:a="http://schemas.openxmlformats.org/drawingml/2006/main" w="0">
            <a:solidFill>
              <a:srgbClr val="317A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E3CD90-4B29-42FB-A9F0-13FC0947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최근 in_range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D870E4-AF3C-4F7C-B4CD-7E73DCAE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EEA282-62C5-4FEF-A442-EFD569F0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F106B7-C20A-4493-879B-ED7F7E13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player_hit 감소 기준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BCFF1-41E4-45C7-9FDA-60AD71DA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3810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DD1"/>
          </a:solidFill>
          <a:ln xmlns:a="http://schemas.openxmlformats.org/drawingml/2006/main" w="0">
            <a:solidFill>
              <a:srgbClr val="E3DDD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AFAFF3-3EE0-46C8-926E-786433E7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3860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40DD48-FF44-4644-982E-584EE207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96FDC2-5924-4022-A573-48C9D977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평균 클리어 시간 70.0초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32AACC-F532-4446-9971-9B91F647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926D96-999D-40EF-81EC-B3F90070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576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최속 클리어 시간 42.6초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6FE41A-F0BF-42A8-A9C0-E69A0EBE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05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16F63A-131E-4D9B-BD7E-5041145A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195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MarkATK observed 15,309회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D7470A-084F-4394-B9BF-8AA6765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672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7DC25D-E270-4A1F-AA21-81B224B9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8150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CDF0A6-124A-4161-8877-D880F7C2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29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42C"/>
          </a:solidFill>
          <a:ln xmlns:a="http://schemas.openxmlformats.org/drawingml/2006/main" w="0">
            <a:solidFill>
              <a:srgbClr val="B8842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6638E5-4377-4422-87E9-55BABAEF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43450"/>
            <a:ext cx="3790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08A7E7-834E-4334-B463-88CFC5F5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08ECF8-72EB-4F2F-A336-33196840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833138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FDF30E-CB8E-4D8A-81FB-AB5C01A2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93034-09DB-4C2F-965F-FF67FC58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FF635-38B7-424F-BE53-3FA4684E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LTS vs main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A8D5E-526E-40BF-8FE0-6E2308EC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LTS는 속도 중심 main은 사람 조건 충실도 중심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6F5C2-B4F2-4C6E-A07B-BD17FB3C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FFF1C-6309-497B-AD9B-C91BDCAE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EF2ED-44FF-479D-80F8-4F2B1E07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49A31-C3EB-498B-BE46-D7B4C1C4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7364E-72AF-463C-B700-D7FBC03B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57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3CA20-69AF-42E1-8EA9-F9358FB1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81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F36"/>
          </a:solidFill>
          <a:ln xmlns:a="http://schemas.openxmlformats.org/drawingml/2006/main" w="0">
            <a:solidFill>
              <a:srgbClr val="2B2F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A6183-D9DF-4AF2-9603-90D49B6C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57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CB4EB3-C4A1-4CD5-9933-FC6CA90E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07B92-691C-4097-9CD4-2A44F1CA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action spec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E08B6-2337-482B-B53F-CA0D5DA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57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FBEB18-13F5-4D7A-B32E-B2ADE8C4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33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[6]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28106-3177-4C28-88C9-95CB3BB6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05751-5AB7-4A88-BE79-A0C06F03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33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[5,2]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70D1E-0E60-4831-AE85-4356895F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F97E80-A7ED-452B-9B76-DF98C6C3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observation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8E1AC-47A1-4045-B542-5856199B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33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6E5C2-113D-4F69-87CD-5BFE44DB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193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ED5440-D013-4442-96AC-0E615095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12C8C3-6B85-4465-9B00-5AF0FC04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09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438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9D3158-0988-47FE-8B73-03FB5543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022F9-BE34-4B0C-BFCE-42AF0514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reward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E10844-A222-495C-AD6F-F9B1B979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099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B48F7A-2394-445B-8DF2-8416E701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861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강한 damage reward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6FC809-2552-4161-9A88-78E326CA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592F27-01B8-413D-BF61-06F9B90F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hit-gated reward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9B55B6-B494-430D-870B-D5191BBF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09E3D-288D-464F-A6C5-510DC3F6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4F33B5-195B-48AD-A37E-619FEE5A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861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0D562E-25CC-47B3-9A19-991283EC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5623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존재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ACB91D-ABDE-4465-9E6C-C381B68A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B617E1-401F-47AF-8DE0-FC76C14E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미적용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D040CD-A55F-4141-867B-027505A2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3ADA4D-B90A-4C95-8632-F1E20162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1A2F74-DD24-411F-9905-A406CCF6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6240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E9269A-3CF6-4AFC-98F8-B9FBF846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3860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빠른 클리어 중심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DB8278-2049-4A46-85A7-56737E4D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6240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824577-7E9E-4343-8C95-8BFE11E8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3860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사람 조건 충실도 중심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91BE27D-83E5-4B45-8D72-26C5D223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583E81-5185-4688-83AC-0CB5BF60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847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결론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533DF7-CE04-490C-ACD4-93988549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3714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8358AD-2911-4B46-83F3-2A3104C9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14850"/>
            <a:ext cx="3562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속도 레시피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63619B-6C64-4F53-BEFE-3B20993B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095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E3"/>
          </a:solidFill>
          <a:ln xmlns:a="http://schemas.openxmlformats.org/drawingml/2006/main" w="9525">
            <a:solidFill>
              <a:srgbClr val="D6D0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971CBB-120B-47F6-B1B3-5BAE21FD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14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 1M 성공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49FED2-2E46-4B56-BD16-AF6E1519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7DCD44B-FD5C-4A5B-BCBC-4B1B78FC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611981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F56A14-EF66-4E64-A0E5-4D82372E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2B595-CB76-4B99-84BE-B7149B7B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66BEF-7C43-4AB0-8872-143CF433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1 초기 정책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0C0A16-F24C-470E-80FE-99C958D3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초기 정책은 낮은 damage와 공격권 회복 실패를 보여줌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64304-5673-4363-9C81-FFA4F226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7DB39-CF43-449E-B692-6B9548B3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0F4DE-EA71-4CE2-8DF0-F4535B8E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videos/01_initial_policy.mp4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0A23E-D3C9-4FED-BBDF-49FE521C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54F30-B73E-41AE-85F6-99FB9A86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99K checkpoint 실제 gameplay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0D6C2-2438-404B-803C-FA445049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AB0A5-1C98-4FD9-9938-45777F6D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BossPlayer-99957.onnx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909545-5694-47BC-9278-21FF183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599A29-0431-4E31-9F40-50820122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낮은 boss damage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B3DA88-19FD-4A68-B631-53F64D6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14FE0-0F76-4CF4-9407-45B49D61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피격 위험 장면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0CC1AB-7EC7-4423-84E0-E0796CF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A2E2B-7D41-4543-82F4-1D23ECB6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공격권 회복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6E6A2F-C5DC-4AAD-AEAD-12C14E6A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B1F725-681C-4253-A8E8-68051536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F6970B-7220-49FA-B9D6-B53B0ABD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6EFE5F-FFFD-43E1-88F3-702F4B84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9224878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04B483-F589-4F25-AF2B-BF92B9F9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ABD3F-F796-487C-A576-DF22700E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CBAEEE-3B12-4C5E-ACF3-02EE93C1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2 학습 진행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1CDF0-6F27-4AE8-B672-90789795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checkpoint별 정책 변화로 long-run 효과를 제시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D4522-2D25-44F2-845A-D8031B39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945C1-8A4D-4838-B81B-85531CA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81BF5-3FC8-4CA7-AE4B-DCCD0591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videos/02_learning_progression.mp4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71E93-BE0B-4D79-AAF0-42D1C5F3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0BB5B-2451-43CE-99A3-DB761029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240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99K 499K 799K 1M 실제 gameplay montage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FE1E1-1DBF-453E-AA18-3BD7E22E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526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ACF69-65B8-4927-93F1-76241AD5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checkpoint별 실제 플레이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8B746-0901-422B-BFFA-27ED786B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955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5AC3D-15D5-4E80-94C9-77E78D6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hit_rate 상승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4CF9A-CF12-4963-B548-300ECF76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2571A9-37EF-4851-BA4B-114B256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in_range 증가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3AA1B-0F7D-4A8F-80AF-3A9CB961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5EF45-CB58-443F-AD1A-A968BD96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956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boss damage 증가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2F16F-4690-4077-9516-25AB57FC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6F848-D3B2-44B9-9EC3-8BB16267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9696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설명 슬라이드 사용 없음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480B6-14A6-4CF8-8456-ADD23D85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1D9D9-3FE4-41A8-9D86-C2398C95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3620647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D72D40-8C6D-4B32-BD22-E82BBC65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92D2B-E02C-4691-B24F-04AB69D3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4FF6B-59C2-42DE-86C1-CA7320FA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3 클린 클리어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9E87F-5817-4DDE-B961-A6718041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발표 핵심 영상은 leak 0 근거와 함께 사용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5BA86-77CB-410E-A58C-C14C732F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A5E46-5604-485F-A416-F8FC3FAC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6BDD7-A09B-4F21-9E68-7F1E73C3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videos/03_clean_human_like_clear_all_patterns.mp4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38B25-330F-4EA0-ADAA-86546B63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10BE0C-C0F1-4F67-A67B-3D21F8FE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Phase2 Phase3 Final 포함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7A4CB-7668-4EA0-B669-9D4A4F31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3CFBA-2B82-4026-9EAD-6F969353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visible target 기반 정상 타격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CA58C-BE2E-400F-A84F-A6354E58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5D190-054A-4841-BCEF-66B68D18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exploit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3A09B-59C4-4E6B-BCEA-B808FFF8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F838B6-3FE2-4D9A-9AD7-97306CB6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attack_out_of_range 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1604C4-735B-41FF-9006-95BF1B0E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52B95A-25A6-413E-B5D5-38CBF3E9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hidden off-lane stale hit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EBB3E-419F-4E49-ABFE-E590F52C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265EE-7B48-47FC-8395-B21F77E6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6098568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FB99FE-23BA-4C09-9DFD-89B9FA88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095CE-195E-42E8-A5DE-3AC3994B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7C610-F753-483F-9C4C-D3481C12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4 유효한 특이 행동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7A070-DB68-4065-9A75-60C88892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꼼수처럼 보여도 규칙상 정상인 edge behavior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C1EE9-8AFE-43A4-B0DB-67951DF2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566C8-DCA0-4D14-BA54-49B2081C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9FEB8-2265-4D47-B536-62261C53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videos/04_clever_valid_policy_behavior.mp4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18551-7354-497A-A267-5747C3FF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78200-EEF9-44A9-B5CB-74750E5E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root_visible_overlap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51D17-7583-4768-A4C9-A103708E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A43ED-C3F4-4ADA-8D70-FA608A9C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dash_current_overlap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3E725-B373-489B-99B8-95771CB4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831C2-88F1-4297-A4C9-9A7E7976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warning edge 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F0454-CA89-4DE4-85C9-1D48095D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07D77-6966-4F1B-ACAD-7E146028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현재 target gate 기준 정상 행동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E1E683-6456-45D1-9B06-0F3C9AF2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C58A5-FF47-485A-9CE6-2FAE953C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또는 exploit로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2C213-D59C-40C6-9962-0289901D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58B3F-6020-4E6E-A01F-D8503A48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3446418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3142E2-29D1-4551-9EFD-46285C63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AA978-6FC9-4503-B26A-49E391C9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905DF-2800-41AD-8E2F-9BC8E7B5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영상 5 이상 행동 사례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D750CE-0651-4896-B6B8-0051D788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근거가 아니라 한계와 제외 사례로 배치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49152-2188-4CFB-A39C-3FD3B4AB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546C5-AD15-4613-B5E6-B74F054A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9414A-415D-4355-8FB9-3786ED8A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파일 videos/05_bug_or_abnormal_case_excluded.mp4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07D6B4-EE7A-42D6-9518-7D297E01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5354D-51AB-4BB5-9A5A-0E0FF342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실제 leak 확인 시 bug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DB77F-7BB0-4C0D-BA04-CFE7262D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97D45-4A1B-46BF-BA26-F147140E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leak 0이면 abnormal-looking but valid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86447-6A5D-4E64-886A-EACE2C7D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E59FE-0843-4D03-9434-66C491AD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성공 결과로 사용하지 않음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C6626-3814-40CA-AC9C-121A0124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476EC-71FF-4443-9579-3B0E8E0E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비교 및 주의점 설명용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713B34-4165-4A5C-83F9-39045B3A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AF7A7E-73E7-457D-822A-8194244C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bug case 명명 금지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6FF51-2B86-4718-BCFC-90CEDA54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3F0EE2-E512-4958-B87A-05A1D5CB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3746434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8590E7-B063-4E09-B137-B24F1FD9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4ED"/>
          </a:solidFill>
          <a:ln xmlns:a="http://schemas.openxmlformats.org/drawingml/2006/main" w="0">
            <a:solidFill>
              <a:srgbClr val="F7F4E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52C0EB-2C0C-4CF9-984A-AC1A27A1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AD"/>
          </a:solidFill>
          <a:ln xmlns:a="http://schemas.openxmlformats.org/drawingml/2006/main" w="0">
            <a:solidFill>
              <a:srgbClr val="2F6FA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8B038-E8B4-4875-826F-5508C327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C44536"/>
                </a:solidFill>
                <a:latin typeface="Malgun Gothic"/>
                <a:ea typeface="Malgun Gothic"/>
                <a:cs typeface="Malgun Gothic"/>
              </a:rPr>
              <a:t>결론 및 향후 개선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CCBE3-395C-4070-92DB-F9B4252D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9600"/>
            <a:ext cx="952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PPO-only는 가능하며 fast-clear는 별도 브랜치 실험 대상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4C293-C152-4462-A596-FF74893A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4"/>
          </a:solidFill>
          <a:ln xmlns:a="http://schemas.openxmlformats.org/drawingml/2006/main" w="0">
            <a:solidFill>
              <a:srgbClr val="D6D0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70640-C8AB-41DC-B96A-07E6058B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8D03F-0608-4E9F-ADCB-F6CD38D0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811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50K 단기 학습은 생존 중심 local optimum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6216F-1B4E-431D-BC68-BB07C4BE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859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AAFDD-B9D9-413A-AD37-1ABD8A32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002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1M long-run에서 클린 클리어 정책 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616A5-57EC-412A-9E11-BE0B540C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343DF-FEE1-49BD-94CA-98CB1F37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main은 visible observation과 사람 입력 조건 기반 성공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C2BC9-A949-4E5F-A416-5A4BCFE6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3AE8D-C58C-43FB-B953-6B2BC65D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BC/demo는 현재 필수 아님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797C2-6042-4F92-9841-4176692F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C4453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4D7A5F-3989-4697-B936-B74E6A94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3810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F2933"/>
                </a:solidFill>
                <a:latin typeface="Malgun Gothic"/>
                <a:ea typeface="Malgun Gothic"/>
                <a:cs typeface="Malgun Gothic"/>
              </a:rPr>
              <a:t>fast-clear reward는 별도 브랜치 권장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2158C0-7925-4BCE-A348-C3EA6D92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436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CODE BLUE PPO 1M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53BBA-AC8D-4A81-9262-084552C8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085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862190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2026-06-03T02:22:57.9600000Z</dcterms:created>
  <dcterms:modified xsi:type="dcterms:W3CDTF">2026-06-03T02:22:57.9600000Z</dcterms:modified>
</coreProperties>
</file>