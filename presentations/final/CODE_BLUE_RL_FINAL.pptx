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2a0f3557ef4139" /><Relationship Type="http://schemas.openxmlformats.org/officeDocument/2006/relationships/extended-properties" Target="/docProps/app.xml" Id="R7280f3c56d824647" /><Relationship Type="http://schemas.openxmlformats.org/officeDocument/2006/relationships/officeDocument" Target="/ppt/presentation.xml" Id="R448edbe16e044c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f23b36e68347ad"/>
  </p:sldMasterIdLst>
  <p:notesMasterIdLst>
    <p:notesMasterId xmlns:r="http://schemas.openxmlformats.org/officeDocument/2006/relationships" r:id="Rbd3f770d765e4b94"/>
  </p:notesMasterIdLst>
  <p:sldIdLst>
    <p:sldId xmlns:r="http://schemas.openxmlformats.org/officeDocument/2006/relationships" id="256" r:id="Rc1b7719a018b4b9f"/>
    <p:sldId xmlns:r="http://schemas.openxmlformats.org/officeDocument/2006/relationships" id="257" r:id="Rab3fb90901674526"/>
    <p:sldId xmlns:r="http://schemas.openxmlformats.org/officeDocument/2006/relationships" id="258" r:id="R548a30853d30491d"/>
    <p:sldId xmlns:r="http://schemas.openxmlformats.org/officeDocument/2006/relationships" id="259" r:id="R1a088e61ce394c86"/>
    <p:sldId xmlns:r="http://schemas.openxmlformats.org/officeDocument/2006/relationships" id="260" r:id="Rc8c0e7598bc74a03"/>
    <p:sldId xmlns:r="http://schemas.openxmlformats.org/officeDocument/2006/relationships" id="261" r:id="Rba25ae4cd6a442f5"/>
    <p:sldId xmlns:r="http://schemas.openxmlformats.org/officeDocument/2006/relationships" id="262" r:id="R215d93ffc53448d4"/>
    <p:sldId xmlns:r="http://schemas.openxmlformats.org/officeDocument/2006/relationships" id="263" r:id="Rc839a8c96c26489a"/>
    <p:sldId xmlns:r="http://schemas.openxmlformats.org/officeDocument/2006/relationships" id="264" r:id="Racba8f7a65234dd6"/>
    <p:sldId xmlns:r="http://schemas.openxmlformats.org/officeDocument/2006/relationships" id="265" r:id="R7cff08862c104b9b"/>
    <p:sldId xmlns:r="http://schemas.openxmlformats.org/officeDocument/2006/relationships" id="266" r:id="Ra7d1a898ff8c4b83"/>
    <p:sldId xmlns:r="http://schemas.openxmlformats.org/officeDocument/2006/relationships" id="267" r:id="Re268794db6954af5"/>
    <p:sldId xmlns:r="http://schemas.openxmlformats.org/officeDocument/2006/relationships" id="268" r:id="R4775685b6f364bae"/>
    <p:sldId xmlns:r="http://schemas.openxmlformats.org/officeDocument/2006/relationships" id="269" r:id="R2738d45277e34290"/>
    <p:sldId xmlns:r="http://schemas.openxmlformats.org/officeDocument/2006/relationships" id="270" r:id="R7f007fd593db48a7"/>
    <p:sldId xmlns:r="http://schemas.openxmlformats.org/officeDocument/2006/relationships" id="271" r:id="R6a94efa05e9a4f24"/>
    <p:sldId xmlns:r="http://schemas.openxmlformats.org/officeDocument/2006/relationships" id="272" r:id="R1264ce22a33e4637"/>
    <p:sldId xmlns:r="http://schemas.openxmlformats.org/officeDocument/2006/relationships" id="273" r:id="R5d3e57b229b44b2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94318e5cf14885" /><Relationship Type="http://schemas.openxmlformats.org/officeDocument/2006/relationships/slideMaster" Target="/ppt/slideMasters/slideMaster1.xml" Id="R4cf23b36e68347ad" /><Relationship Type="http://schemas.openxmlformats.org/officeDocument/2006/relationships/notesMaster" Target="/ppt/notesMasters/notesMaster1.xml" Id="Rbd3f770d765e4b94" /><Relationship Type="http://schemas.openxmlformats.org/officeDocument/2006/relationships/presProps" Target="/ppt/presProps.xml" Id="R69f1d63367c34956" /><Relationship Type="http://schemas.openxmlformats.org/officeDocument/2006/relationships/viewProps" Target="/ppt/viewProps.xml" Id="Rf24433a004e8482b" /><Relationship Type="http://schemas.openxmlformats.org/officeDocument/2006/relationships/tableStyles" Target="/ppt/tableStyles.xml" Id="R9273b1133497444c" /><Relationship Type="http://schemas.openxmlformats.org/officeDocument/2006/relationships/slide" Target="/ppt/slides/slide1.xml" Id="Rc1b7719a018b4b9f" /><Relationship Type="http://schemas.openxmlformats.org/officeDocument/2006/relationships/slide" Target="/ppt/slides/slide2.xml" Id="Rab3fb90901674526" /><Relationship Type="http://schemas.openxmlformats.org/officeDocument/2006/relationships/slide" Target="/ppt/slides/slide3.xml" Id="R548a30853d30491d" /><Relationship Type="http://schemas.openxmlformats.org/officeDocument/2006/relationships/slide" Target="/ppt/slides/slide4.xml" Id="R1a088e61ce394c86" /><Relationship Type="http://schemas.openxmlformats.org/officeDocument/2006/relationships/slide" Target="/ppt/slides/slide5.xml" Id="Rc8c0e7598bc74a03" /><Relationship Type="http://schemas.openxmlformats.org/officeDocument/2006/relationships/slide" Target="/ppt/slides/slide6.xml" Id="Rba25ae4cd6a442f5" /><Relationship Type="http://schemas.openxmlformats.org/officeDocument/2006/relationships/slide" Target="/ppt/slides/slide7.xml" Id="R215d93ffc53448d4" /><Relationship Type="http://schemas.openxmlformats.org/officeDocument/2006/relationships/slide" Target="/ppt/slides/slide8.xml" Id="Rc839a8c96c26489a" /><Relationship Type="http://schemas.openxmlformats.org/officeDocument/2006/relationships/slide" Target="/ppt/slides/slide9.xml" Id="Racba8f7a65234dd6" /><Relationship Type="http://schemas.openxmlformats.org/officeDocument/2006/relationships/slide" Target="/ppt/slides/slide10.xml" Id="R7cff08862c104b9b" /><Relationship Type="http://schemas.openxmlformats.org/officeDocument/2006/relationships/slide" Target="/ppt/slides/slide11.xml" Id="Ra7d1a898ff8c4b83" /><Relationship Type="http://schemas.openxmlformats.org/officeDocument/2006/relationships/slide" Target="/ppt/slides/slide12.xml" Id="Re268794db6954af5" /><Relationship Type="http://schemas.openxmlformats.org/officeDocument/2006/relationships/slide" Target="/ppt/slides/slide13.xml" Id="R4775685b6f364bae" /><Relationship Type="http://schemas.openxmlformats.org/officeDocument/2006/relationships/slide" Target="/ppt/slides/slide14.xml" Id="R2738d45277e34290" /><Relationship Type="http://schemas.openxmlformats.org/officeDocument/2006/relationships/slide" Target="/ppt/slides/slide15.xml" Id="R7f007fd593db48a7" /><Relationship Type="http://schemas.openxmlformats.org/officeDocument/2006/relationships/slide" Target="/ppt/slides/slide16.xml" Id="R6a94efa05e9a4f24" /><Relationship Type="http://schemas.openxmlformats.org/officeDocument/2006/relationships/slide" Target="/ppt/slides/slide17.xml" Id="R1264ce22a33e4637" /><Relationship Type="http://schemas.openxmlformats.org/officeDocument/2006/relationships/slide" Target="/ppt/slides/slide18.xml" Id="R5d3e57b229b44b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1a35df48fc41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249ded0cf348ae" /><Relationship Type="http://schemas.openxmlformats.org/officeDocument/2006/relationships/notesMaster" Target="/ppt/notesMasters/notesMaster1.xml" Id="R2050a6706d304a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69b042902948b4" /><Relationship Type="http://schemas.openxmlformats.org/officeDocument/2006/relationships/notesMaster" Target="/ppt/notesMasters/notesMaster1.xml" Id="R6750b05d5fee41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26be0b99e143a3" /><Relationship Type="http://schemas.openxmlformats.org/officeDocument/2006/relationships/notesMaster" Target="/ppt/notesMasters/notesMaster1.xml" Id="Rb14b39a035f746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a49fd49119419a" /><Relationship Type="http://schemas.openxmlformats.org/officeDocument/2006/relationships/notesMaster" Target="/ppt/notesMasters/notesMaster1.xml" Id="Ree4c030220654b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c019dfae894bb1" /><Relationship Type="http://schemas.openxmlformats.org/officeDocument/2006/relationships/notesMaster" Target="/ppt/notesMasters/notesMaster1.xml" Id="R035c7cde884c49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c4013a9dc549e4" /><Relationship Type="http://schemas.openxmlformats.org/officeDocument/2006/relationships/notesMaster" Target="/ppt/notesMasters/notesMaster1.xml" Id="R4d35659caffa45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0ed1057f894771" /><Relationship Type="http://schemas.openxmlformats.org/officeDocument/2006/relationships/notesMaster" Target="/ppt/notesMasters/notesMaster1.xml" Id="R524df9ac55eb48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cee106ecd64015" /><Relationship Type="http://schemas.openxmlformats.org/officeDocument/2006/relationships/notesMaster" Target="/ppt/notesMasters/notesMaster1.xml" Id="Re122751f4af140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407e02f8cf46f0" /><Relationship Type="http://schemas.openxmlformats.org/officeDocument/2006/relationships/notesMaster" Target="/ppt/notesMasters/notesMaster1.xml" Id="Re0deec6b30be47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9729149d8f04f9a" /><Relationship Type="http://schemas.openxmlformats.org/officeDocument/2006/relationships/notesMaster" Target="/ppt/notesMasters/notesMaster1.xml" Id="Rdfa9eba9d9624c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ece0fec0e14dd7" /><Relationship Type="http://schemas.openxmlformats.org/officeDocument/2006/relationships/notesMaster" Target="/ppt/notesMasters/notesMaster1.xml" Id="R4cf7b1fe7c6040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2ae99514054e14" /><Relationship Type="http://schemas.openxmlformats.org/officeDocument/2006/relationships/notesMaster" Target="/ppt/notesMasters/notesMaster1.xml" Id="R3907987f9f6d4f9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bf92b8f3ad44269" /><Relationship Type="http://schemas.openxmlformats.org/officeDocument/2006/relationships/notesMaster" Target="/ppt/notesMasters/notesMaster1.xml" Id="Rbeefdbde8584490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1054ab1b8544434" /><Relationship Type="http://schemas.openxmlformats.org/officeDocument/2006/relationships/notesMaster" Target="/ppt/notesMasters/notesMaster1.xml" Id="Rdf4922af9a7847b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1733a9315124952" /><Relationship Type="http://schemas.openxmlformats.org/officeDocument/2006/relationships/notesMaster" Target="/ppt/notesMasters/notesMaster1.xml" Id="R10a4abd7b07d46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f53422e67954c12" /><Relationship Type="http://schemas.openxmlformats.org/officeDocument/2006/relationships/notesMaster" Target="/ppt/notesMasters/notesMaster1.xml" Id="R27f327a922394f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3b2bec82c9d4eb6" /><Relationship Type="http://schemas.openxmlformats.org/officeDocument/2006/relationships/notesMaster" Target="/ppt/notesMasters/notesMaster1.xml" Id="Rd1012578f8b144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f6931571174dfd" /><Relationship Type="http://schemas.openxmlformats.org/officeDocument/2006/relationships/notesMaster" Target="/ppt/notesMasters/notesMaster1.xml" Id="R2a8a205896bb4a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2e55f995a4b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42a85ea7fd437e" /><Relationship Type="http://schemas.openxmlformats.org/officeDocument/2006/relationships/slideLayout" Target="/ppt/slideLayouts/slideLayout1.xml" Id="R4336a468dc2a41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36a468dc2a41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312d4aaf94c06" /><Relationship Type="http://schemas.openxmlformats.org/officeDocument/2006/relationships/image" Target="/ppt/media/image.png" Id="Rc161a83831844ecf" /><Relationship Type="http://schemas.openxmlformats.org/officeDocument/2006/relationships/notesSlide" Target="/ppt/notesSlides/notesSlide1.xml" Id="R4111a0877f8949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065fa6b464c34" /><Relationship Type="http://schemas.openxmlformats.org/officeDocument/2006/relationships/image" Target="/ppt/media/image2.png" Id="R9f40b23ba6de4b4a" /><Relationship Type="http://schemas.openxmlformats.org/officeDocument/2006/relationships/notesSlide" Target="/ppt/notesSlides/notesSlide2.xml" Id="Rd670ce40eb5749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1945c8a90499a" /><Relationship Type="http://schemas.openxmlformats.org/officeDocument/2006/relationships/image" Target="/ppt/media/image3.png" Id="R2c2e2cb3ab574237" /><Relationship Type="http://schemas.openxmlformats.org/officeDocument/2006/relationships/notesSlide" Target="/ppt/notesSlides/notesSlide3.xml" Id="Rf98630a7e1b745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a04c9945e425b" /><Relationship Type="http://schemas.openxmlformats.org/officeDocument/2006/relationships/image" Target="/ppt/media/image4.png" Id="Rd706cc8c6c224acb" /><Relationship Type="http://schemas.openxmlformats.org/officeDocument/2006/relationships/image" Target="/ppt/media/image5.png" Id="Rbb25ce89269b432e" /><Relationship Type="http://schemas.openxmlformats.org/officeDocument/2006/relationships/notesSlide" Target="/ppt/notesSlides/notesSlide4.xml" Id="Rad2a665db66041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67b542f3b4ff5" /><Relationship Type="http://schemas.openxmlformats.org/officeDocument/2006/relationships/notesSlide" Target="/ppt/notesSlides/notesSlide5.xml" Id="Rcdc99056eece44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bbbf0013334170" /><Relationship Type="http://schemas.openxmlformats.org/officeDocument/2006/relationships/notesSlide" Target="/ppt/notesSlides/notesSlide6.xml" Id="R0214ad206a6846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aa229a7c6458b" /><Relationship Type="http://schemas.openxmlformats.org/officeDocument/2006/relationships/notesSlide" Target="/ppt/notesSlides/notesSlide7.xml" Id="R86ebde9a8d334b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c7e6ea7a54ef4" /><Relationship Type="http://schemas.openxmlformats.org/officeDocument/2006/relationships/notesSlide" Target="/ppt/notesSlides/notesSlide8.xml" Id="Rdf3e18b45e9947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e014ec8f94f4a" /><Relationship Type="http://schemas.openxmlformats.org/officeDocument/2006/relationships/notesSlide" Target="/ppt/notesSlides/notesSlide9.xml" Id="R43add30ebae849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2a72e1fb04f91" /><Relationship Type="http://schemas.openxmlformats.org/officeDocument/2006/relationships/notesSlide" Target="/ppt/notesSlides/notesSlide10.xml" Id="Racccac873b4d48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3b650d3bc4dfa" /><Relationship Type="http://schemas.openxmlformats.org/officeDocument/2006/relationships/notesSlide" Target="/ppt/notesSlides/notesSlide11.xml" Id="R668a69d6c42f4c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ec8890a6949d9" /><Relationship Type="http://schemas.openxmlformats.org/officeDocument/2006/relationships/image" Target="/ppt/media/image6.png" Id="Rb88aa7d1dcfc4bdd" /><Relationship Type="http://schemas.openxmlformats.org/officeDocument/2006/relationships/notesSlide" Target="/ppt/notesSlides/notesSlide12.xml" Id="Rf730e2fdeeeb41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67191b75e490f" /><Relationship Type="http://schemas.openxmlformats.org/officeDocument/2006/relationships/image" Target="/ppt/media/image7.png" Id="R70bfa3123fee453e" /><Relationship Type="http://schemas.openxmlformats.org/officeDocument/2006/relationships/image" Target="/ppt/media/image8.png" Id="R5f6fe97bfcaf457e" /><Relationship Type="http://schemas.openxmlformats.org/officeDocument/2006/relationships/notesSlide" Target="/ppt/notesSlides/notesSlide13.xml" Id="Rba90dd59383048e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5f5ee58d0451b" /><Relationship Type="http://schemas.openxmlformats.org/officeDocument/2006/relationships/image" Target="/ppt/media/image9.png" Id="R79f6bddc01284081" /><Relationship Type="http://schemas.openxmlformats.org/officeDocument/2006/relationships/image" Target="/ppt/media/image10.png" Id="Rd71c61c67788436e" /><Relationship Type="http://schemas.openxmlformats.org/officeDocument/2006/relationships/notesSlide" Target="/ppt/notesSlides/notesSlide14.xml" Id="Rb6938422f43c472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a651f457145df" /><Relationship Type="http://schemas.openxmlformats.org/officeDocument/2006/relationships/notesSlide" Target="/ppt/notesSlides/notesSlide15.xml" Id="R6366ca0c25c74c4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105accb8240d7" /><Relationship Type="http://schemas.openxmlformats.org/officeDocument/2006/relationships/image" Target="/ppt/media/image11.png" Id="R62c57b69ba644324" /><Relationship Type="http://schemas.openxmlformats.org/officeDocument/2006/relationships/image" Target="/ppt/media/image12.png" Id="R3eb392645ba444c5" /><Relationship Type="http://schemas.openxmlformats.org/officeDocument/2006/relationships/image" Target="/ppt/media/image13.png" Id="R8a1a4b9387b441a2" /><Relationship Type="http://schemas.openxmlformats.org/officeDocument/2006/relationships/image" Target="/ppt/media/image14.png" Id="R3106199d8bf14b04" /><Relationship Type="http://schemas.openxmlformats.org/officeDocument/2006/relationships/image" Target="/ppt/media/image15.png" Id="R88907c46de7a4d67" /><Relationship Type="http://schemas.openxmlformats.org/officeDocument/2006/relationships/image" Target="/ppt/media/image16.png" Id="R3746e5d2d2dc495e" /><Relationship Type="http://schemas.openxmlformats.org/officeDocument/2006/relationships/image" Target="/ppt/media/image17.png" Id="R3cfc068cad4742bd" /><Relationship Type="http://schemas.openxmlformats.org/officeDocument/2006/relationships/image" Target="/ppt/media/image18.png" Id="R64eab7204c4841bb" /><Relationship Type="http://schemas.openxmlformats.org/officeDocument/2006/relationships/notesSlide" Target="/ppt/notesSlides/notesSlide16.xml" Id="R2ebcc7919579422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444a02cfa4218" /><Relationship Type="http://schemas.openxmlformats.org/officeDocument/2006/relationships/image" Target="/ppt/media/image19.png" Id="Rfa0ff4ced6b746d6" /><Relationship Type="http://schemas.openxmlformats.org/officeDocument/2006/relationships/notesSlide" Target="/ppt/notesSlides/notesSlide17.xml" Id="R797f01d1231d4fd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71cdad8484da0" /><Relationship Type="http://schemas.openxmlformats.org/officeDocument/2006/relationships/notesSlide" Target="/ppt/notesSlides/notesSlide18.xml" Id="Red422859e3d0429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57C419-223F-40ED-8836-4EE880AE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F154C-AFDA-4949-A3AB-64F77459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A9BED-3617-4E5C-9A4C-40F4492A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제목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A4A82F-881E-4402-AC86-9DB44D92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CODE BLUE 보스전 PPO 강화학습 발표자료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66D77E-7718-434F-8F47-A21B1775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71128-C8E7-4F17-A204-31D42862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2000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FBAF3-4463-4FE1-B221-A142AECA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1M PPO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9E631-22ED-4D0F-AF3E-6C2875EB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run-id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8FD074-0A8A-44A9-9F4F-C11ACB7A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170F6A-2801-4A67-9B35-BE040974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438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37E911-E1D2-4643-9B33-6F0DBCE7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E092E-5BA2-41C4-8BE9-1A0A5306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FC646A-736B-4F2A-BFED-57857A97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[5,2]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40AC8-9F09-481B-BF47-4F7E6791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66F9C-4173-4DF7-86E4-5B41AF35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24000"/>
            <a:ext cx="1524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F7C55B-17EB-42AE-84CF-B69C490D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66875"/>
            <a:ext cx="125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EEFA3E-CA7D-44ED-92C8-553F99D4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383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leak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1a83831844ecf"/>
          <a:stretch xmlns:a="http://schemas.openxmlformats.org/drawingml/2006/main"/>
        </p:blipFill>
        <p:spPr>
          <a:xfrm xmlns:a="http://schemas.openxmlformats.org/drawingml/2006/main">
            <a:off x="8858250" y="1466850"/>
            <a:ext cx="2571750" cy="14478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DAE14A-A96C-4CEC-B7EE-86C352B1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6685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A7CA09-5DDF-40B7-80EC-69A6377D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289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게임 화면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9B0CD4-B060-4418-82AB-D490F48A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180544-C116-4EE5-A7F5-9E9B33EB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3EF403-261C-4E0B-B319-FD1FB9B1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273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A16C4D-F066-4B15-A155-11D91BA0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98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MDP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41E880-4EF9-490D-B72F-EFD891B1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61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04AEDA-D60C-48D6-BF20-EBFD6150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86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F5D8DC-D127-4F84-82FD-AADE149F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849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616A23-3284-4A59-890E-9A06289E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374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보상 설계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7C1B33-ACFD-434F-B81B-1383C41C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D3914D-3C4A-4B18-88AD-2F9FAD96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162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학습 결과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242183-37DA-4B08-8766-80A66D7E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866870-EB4C-4202-9934-4A06A000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마침표 없는 개조식 본문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3F9A47-AD04-4B17-8770-7212D767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33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10A130-9C0F-4DCE-AD1E-15B83DCB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실제 영상과 로그 기반 수치 사용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ADB56F-EA64-45BE-9538-F582FACE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95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907E72-9D80-426E-A8DD-3365672C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006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초기 중기 후기 5개 실제 플레이 영상 포함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64623F-2FE7-48E9-8CF1-46E5884B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F1C4B4-D387-4094-8530-D74A7433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470842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F6298D-14B5-4BCF-9ABE-7AC78B56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9356D7-B303-4C14-9FF0-68DE8876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9A62B-D569-4952-8CE3-59418B24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BD054-64AF-4B1F-9080-17489E55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2D 격자 보스전을 사람 입력 조건으로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B3E35-6AA7-4914-870F-C93D6D43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40b23ba6de4b4a"/>
          <a:stretch xmlns:a="http://schemas.openxmlformats.org/drawingml/2006/main"/>
        </p:blipFill>
        <p:spPr>
          <a:xfrm xmlns:a="http://schemas.openxmlformats.org/drawingml/2006/main">
            <a:off x="6610350" y="1504950"/>
            <a:ext cx="4762500" cy="26860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BF1C5-821A-4778-B63D-CD7862E0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2DA721-6D12-40F3-9970-FDFDC395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실제 플레이 캡처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318E1-C979-4E35-88DD-51D915EE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5F519-AF26-489D-95C8-DA4E6AB5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게임명 CODE BLUE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B30B3-4398-4488-9BD6-296C5302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134382-5483-4285-BA60-FDE746C8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보스명 Delulu the Dream Eater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F4EA4-907B-4C16-ABD4-0E5F51DC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854249-57DB-488A-B570-E234DDF1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격자 기반 이동과 근접 공격으로 보스 HP 60 감소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D8A044-E552-417C-AD63-A8BCE327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AB1E7-3894-412C-99AE-00A486F3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경고 타일 확인 후 회피와 재진입을 반복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5CC5DC-BA59-4F79-B5E1-F744C744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D11B40-87C5-435D-B5F6-AA44FACF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813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사람 입력과 같은 move 5개 attack 2개 분기 사용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4FF013-DF54-45AB-82BA-CADD1602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presentations/final/assets/source_images/game_warning_tile.png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CE1DFA-DD44-498F-818A-7ADF76AE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722188-DC85-40D1-A441-65529068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16782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EC9C79-8FD0-44FA-B59F-CF3CE5E4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10E5CA-1339-4F60-8B5D-3159254B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39C01-CFAE-4986-949B-6953B0E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패턴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65B27-402C-4E45-A60E-7FBFC461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보스 패턴은 경고 타일과 실제 피해 타일을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3C5E7-39E8-4FD3-B18C-38A5AFF0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e2cb3ab574237"/>
          <a:stretch xmlns:a="http://schemas.openxmlformats.org/drawingml/2006/main"/>
        </p:blipFill>
        <p:spPr>
          <a:xfrm xmlns:a="http://schemas.openxmlformats.org/drawingml/2006/main">
            <a:off x="723900" y="1466850"/>
            <a:ext cx="4762500" cy="26860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3F3FB-60BA-43CA-89D6-EE9A3E2C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1E1579-8EF1-4B36-A780-B8A6FE0D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보스 근접 상태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B0702-9D09-4F9C-87A8-618B4307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19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0E406-983D-4A12-A794-26497601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1 X자 패턴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0BB8F-B753-40C9-97D8-CA55F256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62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DAC905-4DAA-475F-87B7-98AD4243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669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1 NZ 및 역순 패턴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C8206-EEED-47E3-BD68-4767DBB9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05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A7E2F-0944-48C0-84E2-6610C84C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098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1 사각형 2칸 돌진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260F42-9B6D-4601-89FB-DDCB247B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47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AA5B1-4D51-4024-BB87-0470C8B6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1 십자 돌진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DC7172-4A89-4D88-B1D0-70454CD5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90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2AD067-82CB-460E-9330-D7E89BDC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2 시계방향 4줄 돌진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4EA018-42FF-4A8E-90C7-11C4953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333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76729F-785F-4D4F-9506-39C11D55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3 MarkATK 표식 돌진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4F09DC-55B7-433B-8FF8-0DD375D1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76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81EDC3-E052-482B-B1A7-EEF7EB86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814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Final 찍고 돌진 4회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EBCB5A-7741-477E-B9BA-79506309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D85786-6960-482A-8760-90A6CBD0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763539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351E35-D0FE-44E8-B9B4-B6FB9101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77CD2-C518-4235-A204-1AB9516D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B4F3B-C848-4391-A3B1-FBD6C38D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패턴 자료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4899A-D4E7-400E-A12D-C9009D8A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후반 패턴은 visible cue와 sweep history 관측을 요구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76906-B98F-4B55-9DE4-E9B98302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6cc8c6c224acb"/>
          <a:stretch xmlns:a="http://schemas.openxmlformats.org/drawingml/2006/main"/>
        </p:blipFill>
        <p:spPr>
          <a:xfrm xmlns:a="http://schemas.openxmlformats.org/drawingml/2006/main">
            <a:off x="666750" y="1466850"/>
            <a:ext cx="5105400" cy="28765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2FA9E-A2DF-4875-8DF3-36D9673A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1054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5D6A4-21C9-4B47-AD78-5D6C321A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510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경고 타일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25ce89269b432e"/>
          <a:stretch xmlns:a="http://schemas.openxmlformats.org/drawingml/2006/main"/>
        </p:blipFill>
        <p:spPr>
          <a:xfrm xmlns:a="http://schemas.openxmlformats.org/drawingml/2006/main">
            <a:off x="6248400" y="1466850"/>
            <a:ext cx="5105400" cy="28765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F2963-3AE0-4B76-A548-B1BE5C7E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66850"/>
            <a:ext cx="51054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D34FA7-9F70-474D-B501-9759BC98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57650"/>
            <a:ext cx="510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피해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2FE95-6F8C-402B-90FE-2E4117DE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43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5FCC04-A79D-41BD-9CC3-07DAB978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482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경고 타일은 위험 회피 관측으로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6120C-3639-48D9-878A-9FBE33A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7014A-FCF9-42EE-93FE-49EB4C1C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7205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피해 타일은 패널티와 action mask 근거로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42E9F9-015F-4431-9045-1BE21C63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91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5E5F2E-BE97-4566-A43A-77703D54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959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MarkATK real fake visible mask를 49칸 단위로 추가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95D5A9-97B2-47A0-BA2C-37993A29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15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936F93-DCB7-439B-9645-09E302DA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1975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Phase2 sweep history는 이전 warning damage 흐름을 저장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066E26-5566-4491-967D-86949EED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652E32-E34C-4004-A049-E4F9A657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7657412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5F6288-1007-4D2C-A9D5-EDA59341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55759-8F1D-473C-9335-5FEA98A4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A90FBB-EAC8-4AEF-B20C-03CF4F3B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플레이 영상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7BC51-89D9-4289-8447-5B4EBB7A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발표용 영상은 5개 슬롯으로 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6EC49-0CF3-46FF-8CE5-78E7CDDC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1509A5-0DA4-4AD3-8A1E-2D981F4B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859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CCBA69-95F6-40D4-B724-1BF7955B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38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EF828A-3B55-4345-8D39-AD787567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859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7FFB54-F1C3-4CA7-8BCE-80774E41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62100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6487E1-DFCD-400C-8F6C-9E3EDB12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4859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928F81-7C4E-4DD4-ABDF-E6655810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5A4B87-44F3-4D79-B8BB-3516084A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859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790A79-F62F-4666-BFA0-5267C8D5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562100"/>
            <a:ext cx="4038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근거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C369C-DEF0-40A1-86DF-E8D79754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4859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D27865-8FC5-48D3-82E2-B9301034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562100"/>
            <a:ext cx="895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A2C06-05AD-4012-BB6D-830737B7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2106B3-A706-4D4B-83A8-60F52B88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13BEB3-5BFC-4386-A0F2-2FC55F2F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D710D7-8A4E-482B-A03F-57AB9A9B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859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학습 초기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48307-2F3F-4341-8CFD-9F9E810A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193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6D5284-C8F6-49FE-A060-8E69D4E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859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videos/01_initial_policy.mp4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C6336-68F8-4579-8AFD-139A42BD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193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94CE19-92E3-4AD4-A5FE-F3144FC0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859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99K checkpoint 실제 gameplay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5B895A-93D3-4A84-BD37-0142DB3A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193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4E0BC0-6A0C-47A0-AC87-0C0032B3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0859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2A2670-49E1-45F5-A3F1-017B6C73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8845CD-FEA2-40F2-B5E2-F3ED50A7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193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04D8F5-7F15-40B7-AFA9-9B5A3A14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5B4D85-0EED-4540-ABE5-84AD550B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193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중기 규칙 학습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588657-073A-4190-A9F3-2ECA0A7E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527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71F6D3-4EDF-4F51-8DCA-AEE0290C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193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videos/02_learning_progression.mp4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D32AF6-4700-4A8C-B1E1-5F916616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527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6531AA-B56E-4642-85A0-6F5AC3CE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193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499K checkpoint 부분 hit 후 player_dead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70171B-248F-4912-8AC5-E2AE43D1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5527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C33419-FE01-438D-AB48-0C67B273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193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714E36-D47D-4159-AAB5-4EC1D983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A67ED6-5C16-4B37-A6CE-6C254E15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ED18A6-95AF-4918-B882-8AC8758B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861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137572-05D3-4310-BCFD-61D92E2C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527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중기 패턴 학습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85F801-F66E-476B-8C43-B0BADE9E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861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C140BE-5D92-4A30-9B3E-723109A3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527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videos/03_mid_pattern_learning.mp4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6572371-B478-4055-8FFA-2DBC485F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861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53F67B-4B4A-4EE2-9E5D-CECA2F35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1527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799K checkpoint phase2 sweep 대응 후 player_dead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B4C568-F0DB-4180-8142-7B48BE30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861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34B3ED7-8146-40BE-A9DF-313E84AD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527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DDC2D9F-2D26-4422-894D-B89F56F8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56FF83-4157-484F-93A5-8C3AC16B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861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4D00BF-4868-4165-8049-6CE5CCF7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BBF1E6-DDCC-45B7-A280-138B6849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861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2 3 페이즈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692062-ECFC-481D-872F-EA03D918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195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0685CC-8061-464A-8E7F-918C4DF7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6861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videos/04_late_phase23_clear.mp4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BAB364D-8BDF-4B55-A959-DCA5BD0E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195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102627F-FEC5-42E8-BD01-517F93F5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6861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Phase2 Phase3 Final 포함 후보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A559EC9-EBB9-4F21-A81A-63FC1ACB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195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F79DC26-1038-40F2-A769-3D4E8FB3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861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3E2DE8-D3D9-4705-B97C-FBAD1753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529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B8601C-FF05-4F49-AD02-37B2DB30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E53F622-639D-4BF4-9BAF-F2FC6412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529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7B161C-FF1B-4429-8539-2E2E1A96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95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꼼수성 클리어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07A8AED-69A4-42F7-B806-1D4A29D0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529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9AEEBA-3DFC-40BC-B40E-D56DED27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2195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videos/05_late_clever_clear.mp4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C85C519-71D2-45FA-AA3B-DC2F4CD8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1529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F1F62CA-DDCD-47DF-83D1-CE006ACE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2195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패턴 스킵처럼 보이는 빠른 클리어 후보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4E22791-D833-4445-A954-51F9678C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1529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A3F0A25-256E-49C0-AD61-8EA8587D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2195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14752F7-117A-4713-8A13-C92F532D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885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영상 3은 799K checkpoint 본캡처와 Player log를 함께 사용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62CDC8C-DB2A-42A9-8EA7-AC626DDE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A69EA5A-00EA-41B1-B345-338C4CD0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662673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A4B81E-508B-4B4B-9110-3EB0D6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94CC2-40F5-42EF-A59F-F96BE3C5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B92F86-FC80-43EE-BD66-82FF1D40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MDP 정의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60E0E-00AB-4476-B68C-0F681185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플레이어와 보스를 하나의 decision step에서 결합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D7183-2A7F-40F7-B79B-6D6383C9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9FE6E-584E-4411-A707-9D5EB5FF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플레이어 MDP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30E05B-E0A2-4865-AAEA-1F22CC11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5F06B-89F2-4826-B061-FA5154FE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621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위치 방향 체력 공격 가능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813F85-2C91-4B11-B1A5-83CE8A84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AE7DE-BC4A-4349-BB39-81BF5B77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050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warning tile damage tile recent hazard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A5B03-55C3-454B-91CD-A279CA3B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4072CF-CB25-4E3C-B444-7064B828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Action move none up down left right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C1FEEF-1F65-4C68-8259-01241CD5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6C9AB5-F893-4721-B45A-EED89699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Action attack no attack attack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2EDE2A-03A9-4EBE-9CA1-2057D17D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E14C25-3466-43B8-8EA0-C10F1DC7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Transition 이동 공격 피격 쿨다운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67718A-C615-47F8-9F7E-1C0CCAAF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1B02D9-C95E-462D-ACA4-C0B68481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766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Termination player_dead timeout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3D5C0C-6E9F-495F-ADFF-E8B20220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049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보스 MDP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DC4F36-DFEE-4423-BFBD-526FE879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57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AE4231-C2A4-452D-B9F6-D99BEF13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621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위치 방향 HP phase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D804A5-6764-4F08-AEFA-C7E6805E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0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718334-0434-46A9-8B11-DCEB4002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050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pattern warning damage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1C59C5-EFC2-475A-8760-22E5214B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43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DFD75D-2735-41A8-86DA-1CEBF6C5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MarkATK real fake cue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E16C2A-DD25-465F-96FE-429D50F5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B4E8AF-BD04-4708-8DED-36A21C90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908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Transition phase pattern 진행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06271D-EBCC-4E7D-BC2C-88739828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9C071C-B38D-40C7-A938-44002E3F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Transition HP 감소와 boss_dead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9D54A7-5333-4FD3-9FB8-FEE2761D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71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DA3DE6-76F6-4A38-A888-5182A3BB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766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Reward는 두 MDP 결과를 한 step에서 결합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9A649F-0C71-43CF-AC7C-B29D32F6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EF2E74-5C9B-46C9-9708-5D289072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0217336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916CA-D65E-4D23-89FB-726A211F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6FFE8-1A15-4642-80C8-724B147F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4F0F62-2178-47A1-A3E2-A6145188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상태공간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DB89F-882A-4F61-B130-E8E57363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상태는 위치 체력 위험 타일 visible cue 학습 이력으로 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51FA7-859F-46CB-92EC-A64C3608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C8A1B-AB4E-4280-9166-660C68B6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AAFA0-346F-46F0-8E11-EF9653B2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193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BDA2F-6FEC-437F-BDCB-2C8C045B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기본 관측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7E6F6-5767-491C-AB0D-2EE87408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A8B07-7CF3-423A-B6B0-16D57F26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438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DDD900-BFD6-4E2D-811B-074E9056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최종 관측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477B69-AB37-4954-A16B-6AB38D7E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6B5445-84F5-407B-95F7-039EEDCB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49칸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CC5094-2115-49D8-971B-4AFF9943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arena mask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9F759-0557-4859-8DF1-ADDF56F1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9559FB-8753-4604-A301-37D27180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rPr>
              <a:t>5종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E395C-DBC0-443A-BC0A-04DAA3AE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추가 mask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4CC49-33F6-447C-8691-016C8506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911F37-0682-404B-B436-F8F53685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575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플레이어 위치 방향 체력 보스 HP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B2F3D4-1AC6-4E51-B6CC-77664385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64CA70-25A0-4590-B5FA-7BFDCCC8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62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보스 visible 여부와 visible 위치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D9E579-4909-47F1-A0BD-D0C0C7FD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618602-4A0F-4438-ADA9-3933776E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671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warning mask damage mask prev warning mask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34ED9F-FB14-436B-B16C-FD2D2EE8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67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61EF46-2E9E-4447-B0BB-7F91414B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719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가능 여부 거리 위험 타일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79E292-8A1D-4787-B4D5-888B2D64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E7CDAB-2E89-4173-9E25-6B1B4287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767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MarkATK real visible mask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AC0DCD-5DA8-4C49-90FD-860CD493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955D4B-36A0-4DF0-92FF-3296E973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815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MarkATK fake visible mask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116A8E-5A27-4248-ABD6-056EA1CA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CB9C46-D637-4C04-973F-25B86C48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8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prev warning2 prev damage sweep history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D0F09B-FA91-4F61-AE8B-6B2AA268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C57080-A489-4E1F-A70B-AEDB7637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911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next_band와 sweep index 직접 노출 없음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4B0835-3C26-4E23-A149-6A082806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A02A2A-453C-4ED3-8018-D8B0F106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0278731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81885A-62D7-465E-B6D6-FE27985D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0109D-C80A-4604-A774-2CA67931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396449-9BE0-47D4-8264-13EDB515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행동공간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268BB-B735-4CEB-95DD-6BEDAD1E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행동은 MultiDiscrete [5,2]와 action mask로 제한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247EE4-1C59-4C57-B371-44223586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A69C0-F0BC-4AEC-B73A-6559FB35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4762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BF6D3-8259-4F5B-90E4-B7E2EC54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Branch 0 move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4DCE7-1FBC-433A-8B53-DEDE2B65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31DDA-DDA5-43CE-9938-F2E7B024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050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199D7-268B-4B56-B64F-06192792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31D5B6-EC73-415D-B002-8984B8E6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298438-6741-4952-B2FB-F0D3047F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B92F05-C801-43FB-A7F7-0516A6F6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84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down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7E16D-FAA2-41AF-AE43-A09E2B8D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CFBF15-83DC-4C42-9B7E-5F667160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051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left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47425-BFE4-42DC-B40D-820A05BE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45F2ED-EA29-4FD0-A54D-FA25A0DF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718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right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86D70C-DC25-4773-871D-0D61129E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57350"/>
            <a:ext cx="4095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8E6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7C97BE-4DF4-4112-A6D5-2CB8D49B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859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Branch 1 attack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AAA71E-D09A-48AC-9087-AE90D2E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0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0B1FE3-14C6-4B49-B3AF-156EACED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050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 attack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5B9106-C4F1-4694-A2A1-19FED247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24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D9C384-E4E6-4A3B-BC99-DF0E1035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289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attack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83452E-5E0E-4AE1-A7D3-08BF4E38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9A4549-0EB4-4122-B0BE-119BFE61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243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불가능 이동은 mask로 차단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80E3BB-776D-4349-9FB7-D2D4FD8A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D6ABEB-786E-4408-AD52-343142E35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hidden target 공격 차단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92F56B-0034-45FB-B908-48819CA6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F7BB29-E3BF-4285-BF8E-ED05F6B6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off-lane stale target 공격 차단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ABB9B5-3BBA-4AC7-8AC4-4C5BE730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62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4D29F2-1FC9-4F80-A58A-65A3AAC0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허용 여부는 BossRLTargetAlignmentDiagnostics와 ApplySingleAction 경로로 확인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A1B703-211F-4EC4-AC4D-96378A5A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19BD5B-99AA-491C-8FA3-80877341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1971555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D73F28-2C9F-42BA-A574-0A5E9A49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CC863-F540-49F6-8174-7401308F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5B4EB-A1B9-4D22-832C-10F99061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PPO 기법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9FF77-FE85-4F8D-9996-11B50FA2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PPO는 정책 갱신 폭을 제한해 순차 전투 정책을 안정화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70E3F-05EA-4085-A6E8-D4CDFCC3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7B2A7C-D47F-4CFC-89BB-64BC5310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57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B42C1C-166F-46FA-947C-1E8D095D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6210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ML-Agents PPO trainer 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825AC-B99C-4026-9F61-E01C1875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0FABB-AEBF-4D2D-A6E0-8E5B9743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policy gradient 기반으로 행동 확률을 직접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0788E-5018-4335-BEE7-EA009461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E79FA-0A52-4FE3-B060-C8751231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epsilon 0.2로 급격한 policy update 제한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17205-E95D-4722-B7A8-B90B360C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73E697-C08F-43F0-829E-5157CA3A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GAE lambda 0.95와 gamma 0.99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13051F-900D-450D-B059-7E16BEC9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F2667-895A-481D-8B70-2327368F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hidden_units 512 num_layers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93A25-5A44-4124-B4E9-232DF397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57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B1A7E1-8632-4445-A611-5D6BD94E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6235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discrete action과 action mask를 함께 사용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977208-1CDE-4A04-AA44-7EDD5C20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38300"/>
            <a:ext cx="3429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CE92A-61A4-4A12-9B5F-7816E9A7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 적용 이유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016516-2786-45C0-8792-4EAEAA11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76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31F0C1-2A48-4F5E-B6DD-BBDA62B9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보스전은 순차 의사결정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B98E11-4A47-4AC7-88C0-68C2C972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024267-4F05-4738-80F9-ECB5BD2D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241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탐색 중 위험 타일 회피 필요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DCD3E7-5F79-4420-90A9-F56D3237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62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EB6754-D779-4A52-9397-14DEA06C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670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시점 학습 필요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C8BCAE-08AA-461B-A588-9011A781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05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87DE1B-99A1-49AF-8800-3666BD1E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099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사람 입력과 같은 discrete branch 사용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AEC9BB-A2E0-48CC-9947-253F2CA8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261503-1A26-40A1-8887-CC2D251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5641785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9C1C17-C532-4C08-9300-E2BE9F64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5D6D02-A910-4122-B52E-69EF1F85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45F03-99F9-41E6-AEFF-E94A0C43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보상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D9B88A-4D54-4784-A6AD-B6B9C1F8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시도 보상은 제거하고 실제 적중과 생존 실패를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065DE-FB34-4EF5-BDED-9CF8A1B9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38565-F893-4447-A0B9-B9E6AF84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859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B4E08-A4D2-45F7-9B18-CBD3EFD4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2990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1ED70-6D40-4A58-AB7B-2B49499A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485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FC1E8-A87E-48D3-B91D-363E157A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562100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3B251-6A83-44CD-8342-A519DBD4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4859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6D7E2-6690-4169-B4D6-B251E719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562100"/>
            <a:ext cx="480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의미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CBC80C-75C4-47AE-9AE3-EC92AE17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3BA3CA-3990-4AEC-9614-221A72F6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6692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BossDamagePerHp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ADFBD8-8C42-4DA1-8388-F99EA8F6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00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DC814-8137-4B66-92D8-4DD40460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669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+0.10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7AF3B5-D0A4-496B-8CD7-99E53AA3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002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FD6AEE-8A58-4131-9DE7-80E936AD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669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HP 감소 보상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BB5569-9C70-4F9D-A6CA-2AEB948D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E122F4-B377-4752-A7D6-8DADA636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8127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SuccessfulHitBonusReward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0B1D0B-ED29-43DA-98C7-58CF3FFF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14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994737-8A85-4CCA-AC5B-BEAF0980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5812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+0.08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2C2F91-C26B-4694-9D9B-3CC48D00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146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7FBE66-0D2D-4B13-85C6-43D7BB39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812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실제 hit 보상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D5B9EF-88DD-43A0-A6F0-A42126B8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4460B8-A9A3-4D67-9E4D-8499585E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9562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BossKillReward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56BA71-0BD7-4032-976C-9ECF158C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28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D773B4-A532-4F07-AE23-5D5E4566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95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+5.0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FBC1CA-CE8A-4245-AB9D-2754323B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289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856609-B6D6-4D3A-B261-C5F93444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956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boss_dead 보상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8A5046-1A57-44E9-8CE1-9B4A59B8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8849D2-67C3-4B70-B07F-4C9FD029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997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PlayerHitPenalty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9A7793-A3C3-408F-BA7A-A16D2038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43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75CAFC-2DEB-4B5F-9138-C9158804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609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-2.0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9FEE29-AB5C-4537-97A9-0FE2F2C2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5433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502B86-A0C5-4818-B72E-2FC7C4D9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6099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피격 패널티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34132F-55D7-4B66-ABB1-476C6E39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28FB3A-1A22-4397-BB6E-A0759E40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2432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PlayerDeathPenalty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3C00B5-CA9E-4CD0-8817-B572A79A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57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C2A028-95AF-4569-92E0-50ED57B1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24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-8.0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A29E88-ABEF-487B-A12D-293DE66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576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35DE08-5371-4106-8EBA-E1972FFC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1243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사망 패널티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E405F6-A4C0-4655-9217-A3F9A644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720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6B13929-4441-4141-8999-8631084B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3867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Warning Damage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E23FBA6-3E94-4E2A-8C74-4415ECEE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5720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065D9F-28E7-4FB8-B218-6B46DB0B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386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-0.10 -0.20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19134B-6430-49DA-B63C-E596A8FF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5720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9C70F0-2711-4641-BC3A-25A953C8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386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위험 타일 패널티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55972D8-FEEF-42E9-A8C8-F40136A3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00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A37BEB1-69FA-4D08-A61F-57E5BA24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876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시도 자체 보상 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5BB354-4F5B-45F2-B3DC-A42002AD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24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802BC89-102A-475A-AC95-C8C7141B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429250"/>
            <a:ext cx="876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miss farming 방지 목적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BDFF40-8AD8-4691-90D7-DAB56823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48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85CA5E1-E70F-4ABB-AE8F-5703D69A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753100"/>
            <a:ext cx="876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fast-clear reward는 main run 미적용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237A8D-8EF2-4273-9BD2-4369EAC9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32443A-A750-44CA-8FD8-45E8C1EC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11663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036936-92A1-4A8D-BBAB-C9024E1B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36611-2FB8-49F2-B923-65F69456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085ECE-0EC7-4254-BD17-A9787D1F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7D43B-D84B-432D-93BE-328257F2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1M long-run은 구조 변경 없이 timestep을 늘린 재현 실험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811C5-D869-4B62-9B6C-7CCF75E2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BCB28-FDE7-4445-84BB-BF53EEA5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714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ABDC5-E92D-4942-9F86-DE659D66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PPO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5A4C7-6806-493E-B74F-2C8E78F6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trainer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53BB7D-354A-4532-B8AB-4D0941AF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543050"/>
            <a:ext cx="1714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1B588-25E7-415A-B7CD-23B0AAA0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85925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1M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EC41D9-C34F-46DB-820F-9C58811B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574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max steps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9842C-7E06-4B23-8B31-909555B5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43050"/>
            <a:ext cx="2381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6461E5-B8C9-4659-BD74-24AE7728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85925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1024 10240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90223-31FC-4D1C-92F4-8E9A2E91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57400"/>
            <a:ext cx="2114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batch buffer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D92176-5300-4875-940D-98FE0CB6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1905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FB21C2-B22C-4A0C-A290-48CE7A23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85925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rPr>
              <a:t>512 x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D33467-4C3F-4753-8781-44852219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5740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network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23D89-F4C4-461E-A1B2-9919427E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8CB638-FF81-47BA-905F-1C6D3858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5275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config ml-agents-config/boss_ppo_target_gate_markatk_sweep_1m_c84b1a4.yaml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E653C2-72A9-4E15-B7C8-EABC023E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6A051F-8ABC-4EEE-A6A9-DF59231A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766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run-id BossPPO_TargetGate_MarkATKObs_SweepHistory_1M_c84b1a4_v1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0E71BF-2315-4AF2-B529-2AFC21BE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1DA1D7-A764-45EB-8735-7D4DC245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0045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c84b1a4 계열 구조 유지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6FB5EF-15CE-4298-931E-4603B580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578D37-158A-4296-82FC-BD583994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 stationary lever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4186AA-FD95-44E5-96EB-245B9FDC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EDDC18-A87E-4445-B8BF-19610999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 warn-tile relax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EB5A05-0F0E-4066-ACAA-5B765F5C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659986-243E-489C-83AD-14DC863B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720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 demo BC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1ECF52-85B9-4832-82F6-88FC0A2A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91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4535D4-3A52-40BA-8465-87E47B1D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max_steps summary_freq checkpoint_interval만 long-run 용도로 조정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CE16B2-5024-4266-A0D9-4E60487B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BFB375-687A-4638-BA82-0B4FF74F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2657754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E1DC57-F90B-41A8-B747-EBB0CF4F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887E00-1EF9-46E9-9290-2A90ACB7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ADAD57-66B8-419A-A2A8-962ED6E5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초기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1C341-7756-470D-9586-50B410C5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99K 정책은 공격권 회복 실패와 낮은 damage를 보임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9C7DD-1998-473F-9C01-4D0DB86F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aa7d1dcfc4bdd"/>
          <a:stretch xmlns:a="http://schemas.openxmlformats.org/drawingml/2006/main"/>
        </p:blipFill>
        <p:spPr>
          <a:xfrm xmlns:a="http://schemas.openxmlformats.org/drawingml/2006/main">
            <a:off x="6610350" y="1504950"/>
            <a:ext cx="4762500" cy="26860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DF625-0705-46DC-A7CA-43CBE256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F6ED49-C4A4-46C0-8CE9-588EF099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실제 플레이 캡처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81AC6-C47B-4385-A6BC-FAFF662F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8F38A6-5DE5-4E45-BACC-B0620811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1 학습 초기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BB731F-56C8-46FF-ACA8-204950BC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EF33D-D875-47F9-B9C9-0DD2C322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99K checkpoint 실제 gameplay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64E5A1-318E-4122-92BB-E024DB02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A1C80B-F7E9-4A4D-8602-F7BE0009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45초 구간 내 boss_dead 없음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4DFFFF-93C0-40B5-9347-D073616E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FF44DC-139B-48B3-A4E2-274DAC6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낮은 damage와 피격 위험 장면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2A20FD-7A30-482C-B91E-B13D9BE5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520BFB-F0AA-424E-8901-DD1AF559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813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최종 정책 영상을 초기 정책으로 재라벨링하지 않음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48DB44-CD9C-40A8-9926-C6CB1D59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presentations/final/assets/video_thumbnails/01_initial_policy.png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B17C5B-2620-44BE-BB9F-65E3D87F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B35419-506D-4441-9BCF-4DC47F88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4380647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D9E7B1-1983-4CAF-8F94-C1F29DF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E0146-DAB0-49EC-ABF9-1825D6BA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3F3D3F-8F25-4114-9A5B-23722FA3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중기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FEDAD4-12D7-4D3C-9279-610D8744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499K는 부분 hit와 패턴 회피 단서가 보이지만 클리어 실패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03207-73B1-47C5-9D41-088DFD65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fa3123fee453e"/>
          <a:stretch xmlns:a="http://schemas.openxmlformats.org/drawingml/2006/main"/>
        </p:blipFill>
        <p:spPr>
          <a:xfrm xmlns:a="http://schemas.openxmlformats.org/drawingml/2006/main">
            <a:off x="666750" y="1466850"/>
            <a:ext cx="5029200" cy="28289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970B3-1749-4A5C-BB73-00A029F7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02920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B9C5B2-F21A-48FC-A9A6-BBE7B673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0025"/>
            <a:ext cx="502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 2 중기 규칙 학습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fe97bfcaf457e"/>
          <a:stretch xmlns:a="http://schemas.openxmlformats.org/drawingml/2006/main"/>
        </p:blipFill>
        <p:spPr>
          <a:xfrm xmlns:a="http://schemas.openxmlformats.org/drawingml/2006/main">
            <a:off x="6229350" y="1466850"/>
            <a:ext cx="5029200" cy="28289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D480A-46BB-427B-BFA9-64B03C52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02920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FC4084-410B-4239-ADC9-4D92B550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0025"/>
            <a:ext cx="502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 3 중기 패턴 학습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0677D3-3161-43EA-91E1-3AB68E1D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8C9EB-38C9-4594-AD7C-EEC3F155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2는 499K checkpoint 실제 gameplay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E0CC0B-A27D-47EB-9531-989AF9B8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29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8C7DCD-7271-4804-BE1D-EB01ED0F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339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normal_visible 2회 dash_current_overlap 1회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95892-5008-47A0-AFEA-A93DBA8D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CB3607-7D2B-4340-99F4-FD864B5F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387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boss_damage 3 이후 player_dead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BA661C-DE2F-42DF-B49E-251E72E9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7233F1-8784-4C64-882A-F10A9839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435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3은 799K checkpoint 실제 gameplay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EE2DB8-6036-4F58-8700-8D2C349B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4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8DFA84-4316-40CE-8A64-635E7A32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483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boss_damage 8 이후 player_dead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A42A7E-CD49-4508-B7D9-B5E3CF63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48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47B7C6-0DE1-4876-AA02-155EAECB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1531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phase2 sweep history 653 step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90E7D3-B23B-4D65-A2AC-1C52DDEF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78A4C9-C9D0-4F8B-8954-1314939F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3895197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0FF76B-10F8-4C83-A249-2867665C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10449-C383-46AA-8907-41345854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B0ADE-8973-4B97-A997-26CBF010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26937-4BC9-4AB4-ADDA-0C6E7715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영상은 정상 클리어와 꼼수성 후보를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A507E-435E-4294-8501-5423A093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6bddc01284081"/>
          <a:stretch xmlns:a="http://schemas.openxmlformats.org/drawingml/2006/main"/>
        </p:blipFill>
        <p:spPr>
          <a:xfrm xmlns:a="http://schemas.openxmlformats.org/drawingml/2006/main">
            <a:off x="666750" y="1466850"/>
            <a:ext cx="5029200" cy="28289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146224-A3C2-487C-9B34-E9A01C13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02920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219FA-FB0F-4681-A3DF-8F6C2FE0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0025"/>
            <a:ext cx="502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 4 후기 2 3 페이즈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1c61c67788436e"/>
          <a:stretch xmlns:a="http://schemas.openxmlformats.org/drawingml/2006/main"/>
        </p:blipFill>
        <p:spPr>
          <a:xfrm xmlns:a="http://schemas.openxmlformats.org/drawingml/2006/main">
            <a:off x="6229350" y="1466850"/>
            <a:ext cx="5029200" cy="28289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87C2F1-61BB-4661-8E36-859E144D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02920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2F60E-3570-4B78-B014-561DE6A8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0025"/>
            <a:ext cx="502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 5 꼼수성 클리어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61B4F-07ED-4340-9B16-8AFE2059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03A4E8-4B4E-458A-A90E-DF2CDDDE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971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정상 클리어는 Phase2 Phase3 Final 포함 후보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0BA4BD-144E-44DC-8FC2-34D29C7F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CDA90-7438-419D-B577-E7D00BDF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971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꼼수성 클리어는 패턴 스킵처럼 보이는 빠른 클리어 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19EC88-9F54-42CD-BFAF-2625CAB0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FA79E2-6083-4D28-895A-DB54CD5A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76850"/>
            <a:ext cx="971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run 전체 leak 0 근거와 함께만 사용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D150B-0A48-4805-A8A3-392613C7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2CC1D3-01B0-4F19-A21A-481264EC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00700"/>
            <a:ext cx="971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개별 clip과 episode log 직접 매핑은 미확정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439AB8-F4D2-4139-87EB-38E1F3B2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9D4D1D-520E-4257-B141-D9504C6E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1233982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0F17C3-0229-41FA-B2F2-537E7304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4E716-8334-4233-97D4-B4CB8BFB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67643-6A25-450B-829A-F5938900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CCA6D-BA00-492C-8137-4628D357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1M long-run에서 최근 100 episode 80퍼센트 클리어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3F6A7-1692-4D05-9E9B-74C01476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FFAE6-BBA2-4F82-BBEC-BF3D8119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905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31897-179B-4885-8784-0643512E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199회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1C455-A4F2-4A3F-94B2-F30251D6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boss_dead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337BC-F081-4078-8CAA-3772C016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52400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CBB4E-3C8F-4114-BA36-7A655969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66875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22.3%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3D2894-B924-49D0-A749-BE32D8A4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전체 클리어율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674960-4D92-40AD-80BE-C3C2772F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524000"/>
            <a:ext cx="2286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247E0-B289-43FA-ADE3-117B15BD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66875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80%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75948-D14B-41BB-81E8-5201B2F9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38350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최근 100 클리어율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82C956-92E0-4D2D-9588-70634A2C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524000"/>
            <a:ext cx="2000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BC1C8F-8DDF-43A4-BB22-394AC54B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66875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42.6초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199438-59EC-4292-952E-8820FB7C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38350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최속 클리어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337E32-1A7B-4B2A-BD5B-65E1AEA7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2381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5BAB0D-2A43-4EEB-B736-FFB79F1B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43225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rPr>
              <a:t>15,309회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F923F1-C77A-4FA7-BBFF-592928C8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2114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MarkATK observed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1AD201-E10F-44C9-AF75-E1A7236B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0035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AA7821-1FBD-401B-B444-5C8EFF68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43225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97.3%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32BE55-800F-496A-B72C-BD264AF8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147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최근 hit_rate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021C4F-BC45-428B-89B3-906E578D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80035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BC1AF5-62BE-439A-A816-8F81CE3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943225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27.5%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912C5E-70D4-4DAB-87C1-B3EA17AE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147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최근 in_range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DF2E7A-DEBE-4D5A-A175-822FB536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00350"/>
            <a:ext cx="2381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CBF452-060A-463F-997D-32FB8D30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43225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40.8 / 59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2F47DD-467B-4994-94FD-62F384E9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2114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boss_damage avg max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355523-66CA-4377-AF36-9838CA94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2AD2CC-16A3-47B0-A46E-5F042578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876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그래프는 Player log episode summary 892개와 training_status checkpoint reward에서 생성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790C34-E0F6-4368-A5D6-7EDD32B5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9A32BC-4465-42B4-9E6E-7D9B26DA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876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boss_dead 199회 파싱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4143D1-6BD1-487D-AA0C-5EC0C135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461339-8CF4-4393-9C52-A435699C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0150"/>
            <a:ext cx="876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평균 클리어 시간 70.0초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9F72CC-A22F-4309-8738-DD0653DE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F4DCC4-A94E-4101-ACF7-23CCC9EB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9904562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AAE1CE-0907-41C3-8F93-1651064B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A41E86-C7EC-4F17-85BE-DECCB4F2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ABE67-B034-47CF-9E67-044B2F57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결과 그래프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D4993-4EB9-4054-B052-A6265332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damage clear rate reward hit rate가 함께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76821-C070-4B32-A389-7D4DC871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c57b69ba644324"/>
          <a:stretch xmlns:a="http://schemas.openxmlformats.org/drawingml/2006/main"/>
        </p:blipFill>
        <p:spPr>
          <a:xfrm xmlns:a="http://schemas.openxmlformats.org/drawingml/2006/main">
            <a:off x="514350" y="142875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6F3BE-EFD4-4A9D-9514-3318418A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BC0083-0D24-4694-9ECC-D2FB7AD7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432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boss damage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392645ba444c5"/>
          <a:stretch xmlns:a="http://schemas.openxmlformats.org/drawingml/2006/main"/>
        </p:blipFill>
        <p:spPr>
          <a:xfrm xmlns:a="http://schemas.openxmlformats.org/drawingml/2006/main">
            <a:off x="3371850" y="142875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5766F8-76CC-47F7-B0E9-0488AE79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42875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4C2E1-77FC-4F97-8680-8D83CEA5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432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clear rate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a4b9387b441a2"/>
          <a:stretch xmlns:a="http://schemas.openxmlformats.org/drawingml/2006/main"/>
        </p:blipFill>
        <p:spPr>
          <a:xfrm xmlns:a="http://schemas.openxmlformats.org/drawingml/2006/main">
            <a:off x="6229350" y="142875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3D04F2-7047-4964-BA63-DD1C1D75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2875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2B59B-2ED8-46E4-B328-75DC68D2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432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reward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6199d8bf14b04"/>
          <a:stretch xmlns:a="http://schemas.openxmlformats.org/drawingml/2006/main"/>
        </p:blipFill>
        <p:spPr>
          <a:xfrm xmlns:a="http://schemas.openxmlformats.org/drawingml/2006/main">
            <a:off x="9086850" y="142875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CA1200-36EB-4FBA-92F1-DED2F261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42875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C78EE-AB30-421B-B839-D8EDB67C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hit rate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907c46de7a4d67"/>
          <a:stretch xmlns:a="http://schemas.openxmlformats.org/drawingml/2006/main"/>
        </p:blipFill>
        <p:spPr>
          <a:xfrm xmlns:a="http://schemas.openxmlformats.org/drawingml/2006/main">
            <a:off x="514350" y="339090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8216B6-7962-4E86-B483-17BCEC45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9090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26DCF5-8723-4C7D-8A29-91AF7A99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053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in range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6e5d2d2dc495e"/>
          <a:stretch xmlns:a="http://schemas.openxmlformats.org/drawingml/2006/main"/>
        </p:blipFill>
        <p:spPr>
          <a:xfrm xmlns:a="http://schemas.openxmlformats.org/drawingml/2006/main">
            <a:off x="3371850" y="339090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9CA4EA-8EB0-42FB-8C2D-48C5D7CD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9090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7D7C9E-9A98-4159-B0BB-EA661391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053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clear time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fc068cad4742bd"/>
          <a:stretch xmlns:a="http://schemas.openxmlformats.org/drawingml/2006/main"/>
        </p:blipFill>
        <p:spPr>
          <a:xfrm xmlns:a="http://schemas.openxmlformats.org/drawingml/2006/main">
            <a:off x="6229350" y="339090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7FC3F9-6028-4BE0-9C1B-6F1C5F47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9090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BC4D69-73EA-4EBE-8794-45F50F71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053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phase timeline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ab7204c4841bb"/>
          <a:stretch xmlns:a="http://schemas.openxmlformats.org/drawingml/2006/main"/>
        </p:blipFill>
        <p:spPr>
          <a:xfrm xmlns:a="http://schemas.openxmlformats.org/drawingml/2006/main">
            <a:off x="9086850" y="339090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D5403B-4B64-4763-981E-518F31AE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9090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7EEC77-01B2-4571-92B4-64134524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053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leak table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A33A83-0A30-4CFA-8966-1721B7F8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4104CB-708C-4E81-9C35-F39BC832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2160047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287FE5-7A35-402B-98E2-1EF1CD07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C77E4-54F8-4472-92ED-C8510101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3D162-6DD4-4A3B-AA69-B123281E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검증과 한계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E9BFD-8158-4400-BE73-F1D38410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leak 0 근거와 개별 clip 매핑 미확정을 같이 보고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7D266-73D7-4827-88F6-7301E800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ff4ced6b746d6"/>
          <a:stretch xmlns:a="http://schemas.openxmlformats.org/drawingml/2006/main"/>
        </p:blipFill>
        <p:spPr>
          <a:xfrm xmlns:a="http://schemas.openxmlformats.org/drawingml/2006/main">
            <a:off x="723900" y="1466850"/>
            <a:ext cx="4286250" cy="2571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079CD-D643-4C19-B957-BE68335B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4286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5A10C8-FF25-4B40-93F4-442BA355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28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무결성 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93070-170C-4376-B2A7-396D82D4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657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FF11A-97F4-42FA-8C91-12B1BEDA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621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attack_out_of_range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2662B-BA1A-4BFF-94A7-94B9B568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00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72801-6DEA-4648-AA4D-8AF5A9C8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050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hidden hit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16F4E2-53EB-4DA4-A54C-C8428A88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39101E-0345-4FE5-BA08-CAA7665A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479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off-lane hit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83983-AC97-456D-BAB6-EFD7E79B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234D59-2499-4566-856B-AFABB828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908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stale hit 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9722D0-A44D-40FD-8386-517698FF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28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2308A2-ABB7-41D6-A5EE-5DBE7078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337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fake marker mask leak 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E98F6-E336-48D4-B2AF-3F16CC2C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71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C186B0-733B-4728-924C-71EDF0D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766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next_band leak 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B46E0D-49F1-4B63-9A4F-7CFF7A9C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14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A3B5E-4C04-4A5A-8E24-5475647B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sweep_sequence_index leak 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DE28DB-073A-4085-B1D7-C5C1A540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EEDDE3-7332-4870-BD04-ADAA1A8B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68F043-B32E-43A2-BD25-C458AB40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clip과 episode log 직접 매핑은 미확정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E1F881-D596-481F-B366-43F9E971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1DC4C0-577E-4654-9190-6B699848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006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3은 799K episode log와 직접 매핑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021CED-823F-4215-8D82-E88FF09E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E93475-FB1D-4098-B183-AA96F0BB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4 5는 exploit 확정 표현 없이 후보로 설명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BDC2C4-4457-42B9-B9C0-EEBF1949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BA993A-9963-4787-858D-68D2CCF1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483800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D0E403-FCFC-4762-A943-8AC25A1E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070C71-419E-42FB-91A8-9F5F92FE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2B0E73-C537-4A1D-A68C-BCD2FC03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C0BE49-252D-42E1-A54A-1BB04ED1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발표 흐름은 게임 소개에서 PPO 결과까지 직선으로 연결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C360C-B8C3-49A2-810C-6BC0B7E2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F94E3-CB6F-4657-B46B-FEA5680B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7233AD-8F91-4D95-92AB-CE8C48F1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9FB196-C1F6-4A0F-9635-B3BDA29E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5371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5A23CA-9E87-4C66-A138-D6B9B919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621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패턴 소개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510A13-A2EB-4310-AC06-11246E21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1143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39F7A-8827-49CE-B11C-8EE31594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393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MDP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625181-96AF-4606-A176-3F36E02F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6914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22070E-FBE1-45F7-BB1B-01D98E15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2164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110BB-CCF0-4BCD-BA54-8C7B2F4D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2686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2E0F4B-62DC-4973-93A7-7F0C117A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936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보상 설계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EB6D8-375C-42CF-BE60-B2D7988B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8457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C5719E-DB0F-4BCC-B6CD-D7B45A71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707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학습 설계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BD3D43-BB2D-46EE-8C37-14AF924F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4229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B9C4B-54CF-402D-9E41-2A1B26B5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9479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학습 결과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337B7-B0FA-4076-9646-D0CF8D2C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06D64B-2673-4132-BFFE-98B0C2EF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발표 본문은 마침표 없는 개조식 유지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763363-4FE0-495D-8D38-64377A60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A46E01-CF22-435F-8525-1FB0A0D5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052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PPT는 실제 캡처와 학습 그래프 포함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96422D-4CA6-44CA-921F-CB0508C1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630880-211D-4917-A432-E518ADF2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5개 파일 경로를 슬라이드에 명시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212029-D5B1-4E01-B217-08078019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5CF99C-F5FE-4000-B2CD-ABD8E09F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중기 패턴 영상은 799K 본캡처로 보강 완료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860105-7C99-43A5-BA4B-57B4802C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6E3A5A-CDDE-4CAA-B1AF-7764ABA1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053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PPO-only 1M에서 클린 클리어 정책 학습 성공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54D44C-FE0A-441C-9EDD-62F48029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4521D2-AB40-45AE-8E61-2BD4E7A5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768607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2026-06-09T14:37:08.2080000Z</dcterms:created>
  <dcterms:modified xsi:type="dcterms:W3CDTF">2026-06-09T14:37:08.2080000Z</dcterms:modified>
</coreProperties>
</file>